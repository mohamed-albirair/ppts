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4.xml" ContentType="application/vnd.openxmlformats-officedocument.drawingml.diagramData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411" r:id="rId3"/>
    <p:sldId id="417" r:id="rId4"/>
    <p:sldId id="384" r:id="rId5"/>
    <p:sldId id="409" r:id="rId6"/>
    <p:sldId id="394" r:id="rId7"/>
    <p:sldId id="457" r:id="rId8"/>
    <p:sldId id="380" r:id="rId9"/>
    <p:sldId id="381" r:id="rId10"/>
    <p:sldId id="382" r:id="rId11"/>
    <p:sldId id="458" r:id="rId12"/>
    <p:sldId id="460" r:id="rId13"/>
    <p:sldId id="450" r:id="rId14"/>
    <p:sldId id="452" r:id="rId15"/>
    <p:sldId id="453" r:id="rId16"/>
    <p:sldId id="410" r:id="rId17"/>
    <p:sldId id="466" r:id="rId18"/>
    <p:sldId id="465" r:id="rId19"/>
    <p:sldId id="469" r:id="rId20"/>
    <p:sldId id="470" r:id="rId21"/>
    <p:sldId id="471" r:id="rId22"/>
    <p:sldId id="472" r:id="rId23"/>
    <p:sldId id="473" r:id="rId24"/>
    <p:sldId id="474" r:id="rId25"/>
    <p:sldId id="475" r:id="rId26"/>
    <p:sldId id="476" r:id="rId27"/>
    <p:sldId id="4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03362D-C9AB-481F-B5F0-60DA76A3CE93}">
          <p14:sldIdLst>
            <p14:sldId id="256"/>
            <p14:sldId id="411"/>
          </p14:sldIdLst>
        </p14:section>
        <p14:section name="Last session" id="{EEF11DEE-D009-45D9-9D19-A5154B8718D0}">
          <p14:sldIdLst>
            <p14:sldId id="417"/>
            <p14:sldId id="384"/>
            <p14:sldId id="409"/>
            <p14:sldId id="394"/>
            <p14:sldId id="457"/>
            <p14:sldId id="380"/>
            <p14:sldId id="381"/>
            <p14:sldId id="382"/>
            <p14:sldId id="458"/>
            <p14:sldId id="460"/>
            <p14:sldId id="450"/>
            <p14:sldId id="452"/>
            <p14:sldId id="453"/>
          </p14:sldIdLst>
        </p14:section>
        <p14:section name="Hypothesis Testing" id="{AB5D6E75-106B-45A5-BFA4-82B567FE4816}">
          <p14:sldIdLst>
            <p14:sldId id="410"/>
            <p14:sldId id="466"/>
            <p14:sldId id="465"/>
            <p14:sldId id="469"/>
          </p14:sldIdLst>
        </p14:section>
        <p14:section name="Interpretation" id="{7BC2DABF-B322-4571-B7E7-20B605A8C79D}">
          <p14:sldIdLst>
            <p14:sldId id="470"/>
            <p14:sldId id="471"/>
            <p14:sldId id="472"/>
            <p14:sldId id="473"/>
            <p14:sldId id="474"/>
            <p14:sldId id="475"/>
            <p14:sldId id="476"/>
          </p14:sldIdLst>
        </p14:section>
        <p14:section name="End" id="{DB12BD01-8141-4825-91FC-12F6F58B7260}">
          <p14:sldIdLst>
            <p14:sldId id="424"/>
          </p14:sldIdLst>
        </p14:section>
        <p14:section name="Supplementary" id="{DBEB6047-058F-4BDF-BE14-4C3E1815985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7F7F7F"/>
    <a:srgbClr val="0097A7"/>
    <a:srgbClr val="F1E1E1"/>
    <a:srgbClr val="E8EAE9"/>
    <a:srgbClr val="FED4D4"/>
    <a:srgbClr val="FBE3D6"/>
    <a:srgbClr val="D5F1FC"/>
    <a:srgbClr val="D9F9E7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044" y="66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81.pn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E6EA20-889C-4CCE-A375-973AB0FC58BC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11007A-8E39-4300-BA71-F7FBB0253D94}">
      <dgm:prSet phldrT="[Text]" custT="1"/>
      <dgm:spPr>
        <a:noFill/>
        <a:ln>
          <a:solidFill>
            <a:schemeClr val="tx1"/>
          </a:solidFill>
        </a:ln>
      </dgm:spPr>
      <dgm:t>
        <a:bodyPr/>
        <a:lstStyle/>
        <a:p>
          <a:r>
            <a:rPr lang="en-US" sz="2400" b="1" dirty="0">
              <a:solidFill>
                <a:sysClr val="windowText" lastClr="000000"/>
              </a:solidFill>
            </a:rPr>
            <a:t>Types of Data in</a:t>
          </a:r>
        </a:p>
        <a:p>
          <a:r>
            <a:rPr lang="en-US" sz="2400" b="1" u="none" dirty="0">
              <a:solidFill>
                <a:sysClr val="windowText" lastClr="000000"/>
              </a:solidFill>
            </a:rPr>
            <a:t>Quantitative Research</a:t>
          </a:r>
        </a:p>
      </dgm:t>
    </dgm:pt>
    <dgm:pt modelId="{3C5E3D56-94AB-48C9-8F3A-1C7CA9F8B95A}" type="parTrans" cxnId="{41C6C86E-BE86-4EA0-B361-04412D83BE5E}">
      <dgm:prSet/>
      <dgm:spPr/>
      <dgm:t>
        <a:bodyPr/>
        <a:lstStyle/>
        <a:p>
          <a:endParaRPr lang="en-US"/>
        </a:p>
      </dgm:t>
    </dgm:pt>
    <dgm:pt modelId="{9925B377-7B22-4EF1-A964-8703D2463217}" type="sibTrans" cxnId="{41C6C86E-BE86-4EA0-B361-04412D83BE5E}">
      <dgm:prSet/>
      <dgm:spPr/>
      <dgm:t>
        <a:bodyPr/>
        <a:lstStyle/>
        <a:p>
          <a:endParaRPr lang="en-US"/>
        </a:p>
      </dgm:t>
    </dgm:pt>
    <dgm:pt modelId="{8B55F314-2E1E-4C22-8476-9DE0D4F38AD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Categorical</a:t>
          </a:r>
        </a:p>
      </dgm:t>
    </dgm:pt>
    <dgm:pt modelId="{1392FD5C-B68D-41C9-B289-89FC7B84A82C}" type="sibTrans" cxnId="{7CD9BDB4-5645-463B-BA06-984297E1EC63}">
      <dgm:prSet/>
      <dgm:spPr/>
      <dgm:t>
        <a:bodyPr/>
        <a:lstStyle/>
        <a:p>
          <a:endParaRPr lang="en-US"/>
        </a:p>
      </dgm:t>
    </dgm:pt>
    <dgm:pt modelId="{444A5A27-01D0-4205-B44F-142BF42D0F90}" type="parTrans" cxnId="{7CD9BDB4-5645-463B-BA06-984297E1EC63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8B3DF84B-CF40-48DA-8406-20858AFE3254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Nominal</a:t>
          </a:r>
        </a:p>
        <a:p>
          <a:r>
            <a:rPr lang="en-US" sz="1400" dirty="0">
              <a:solidFill>
                <a:srgbClr val="0070C0"/>
              </a:solidFill>
            </a:rPr>
            <a:t>(gender, marital status, race)</a:t>
          </a:r>
        </a:p>
      </dgm:t>
    </dgm:pt>
    <dgm:pt modelId="{A38E2CE5-190E-48B5-8BCD-9A16D3F90C1B}" type="parTrans" cxnId="{6E95C62D-BC1D-4554-9B71-F7BF1B55C359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B8D251FD-D875-414C-813F-693B7C7016F2}" type="sibTrans" cxnId="{6E95C62D-BC1D-4554-9B71-F7BF1B55C359}">
      <dgm:prSet/>
      <dgm:spPr/>
      <dgm:t>
        <a:bodyPr/>
        <a:lstStyle/>
        <a:p>
          <a:endParaRPr lang="en-US"/>
        </a:p>
      </dgm:t>
    </dgm:pt>
    <dgm:pt modelId="{2878590B-BE86-49B2-A031-41B8DEECB6C4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2000" b="1" dirty="0">
              <a:solidFill>
                <a:srgbClr val="0070C0"/>
              </a:solidFill>
            </a:rPr>
            <a:t>Ordinal</a:t>
          </a:r>
        </a:p>
        <a:p>
          <a:r>
            <a:rPr lang="en-US" sz="1400" dirty="0">
              <a:solidFill>
                <a:srgbClr val="0070C0"/>
              </a:solidFill>
            </a:rPr>
            <a:t>(severity scale, good/better/best)</a:t>
          </a:r>
        </a:p>
      </dgm:t>
    </dgm:pt>
    <dgm:pt modelId="{D0E1E779-AAF1-4836-A524-2A65B388CB70}" type="parTrans" cxnId="{889C3E18-A9F5-44A3-A302-6D8F02BE65E5}">
      <dgm:prSet/>
      <dgm:spPr>
        <a:ln w="57150">
          <a:solidFill>
            <a:srgbClr val="0070C0"/>
          </a:solidFill>
        </a:ln>
      </dgm:spPr>
      <dgm:t>
        <a:bodyPr/>
        <a:lstStyle/>
        <a:p>
          <a:endParaRPr lang="en-US"/>
        </a:p>
      </dgm:t>
    </dgm:pt>
    <dgm:pt modelId="{01073254-B2F1-430F-B95C-0B4FF3A83486}" type="sibTrans" cxnId="{889C3E18-A9F5-44A3-A302-6D8F02BE65E5}">
      <dgm:prSet/>
      <dgm:spPr/>
      <dgm:t>
        <a:bodyPr/>
        <a:lstStyle/>
        <a:p>
          <a:endParaRPr lang="en-US"/>
        </a:p>
      </dgm:t>
    </dgm:pt>
    <dgm:pt modelId="{59DA8B39-8514-4573-933E-C4388C957409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Numerical</a:t>
          </a:r>
        </a:p>
      </dgm:t>
    </dgm:pt>
    <dgm:pt modelId="{A9EC7D54-F639-4425-AFBD-A87957D03F27}" type="sibTrans" cxnId="{C0FA7020-9580-47F8-98B5-27055FC95A08}">
      <dgm:prSet/>
      <dgm:spPr/>
      <dgm:t>
        <a:bodyPr/>
        <a:lstStyle/>
        <a:p>
          <a:endParaRPr lang="en-US"/>
        </a:p>
      </dgm:t>
    </dgm:pt>
    <dgm:pt modelId="{174EC501-5FFE-4BE0-A459-94BC2ABE9BBA}" type="parTrans" cxnId="{C0FA7020-9580-47F8-98B5-27055FC95A08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7B07A033-365A-4EEC-BFA0-9747EA558C7C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Discrete</a:t>
          </a:r>
        </a:p>
        <a:p>
          <a:r>
            <a:rPr lang="en-US" sz="1400" dirty="0">
              <a:solidFill>
                <a:schemeClr val="accent2">
                  <a:lumMod val="75000"/>
                </a:schemeClr>
              </a:solidFill>
            </a:rPr>
            <a:t>(number of children in a family)</a:t>
          </a:r>
        </a:p>
      </dgm:t>
    </dgm:pt>
    <dgm:pt modelId="{72BD771A-4612-40B5-A93B-1271E726DBF7}" type="sibTrans" cxnId="{C33F8572-84E2-4027-86C7-B9405663DD47}">
      <dgm:prSet/>
      <dgm:spPr/>
      <dgm:t>
        <a:bodyPr/>
        <a:lstStyle/>
        <a:p>
          <a:endParaRPr lang="en-US"/>
        </a:p>
      </dgm:t>
    </dgm:pt>
    <dgm:pt modelId="{D5101928-058F-43CF-A32B-33FFAD424574}" type="parTrans" cxnId="{C33F8572-84E2-4027-86C7-B9405663DD47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1B1B6E43-B414-4F46-81D3-54A053FF4AB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>
              <a:lumMod val="75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75000"/>
                </a:schemeClr>
              </a:solidFill>
            </a:rPr>
            <a:t>Continuous</a:t>
          </a:r>
        </a:p>
        <a:p>
          <a:r>
            <a:rPr lang="en-US" sz="1400" dirty="0">
              <a:solidFill>
                <a:schemeClr val="accent2">
                  <a:lumMod val="75000"/>
                </a:schemeClr>
              </a:solidFill>
            </a:rPr>
            <a:t>(height, weight, cholesterol level)</a:t>
          </a:r>
        </a:p>
      </dgm:t>
    </dgm:pt>
    <dgm:pt modelId="{5B679EF4-1F21-41E6-A4EF-CFF4D801C89D}" type="sibTrans" cxnId="{210E01FA-3EB8-49CF-AD5D-3AA3F0590A0A}">
      <dgm:prSet/>
      <dgm:spPr/>
      <dgm:t>
        <a:bodyPr/>
        <a:lstStyle/>
        <a:p>
          <a:endParaRPr lang="en-US"/>
        </a:p>
      </dgm:t>
    </dgm:pt>
    <dgm:pt modelId="{5E861589-C496-412B-A152-92BE6D5C408C}" type="parTrans" cxnId="{210E01FA-3EB8-49CF-AD5D-3AA3F0590A0A}">
      <dgm:prSet/>
      <dgm:spPr>
        <a:ln w="57150">
          <a:solidFill>
            <a:schemeClr val="accent2">
              <a:lumMod val="75000"/>
            </a:schemeClr>
          </a:solidFill>
        </a:ln>
      </dgm:spPr>
      <dgm:t>
        <a:bodyPr/>
        <a:lstStyle/>
        <a:p>
          <a:endParaRPr lang="en-US"/>
        </a:p>
      </dgm:t>
    </dgm:pt>
    <dgm:pt modelId="{CFD8FF5B-C3D6-4696-816D-ECF59AB1904A}" type="pres">
      <dgm:prSet presAssocID="{74E6EA20-889C-4CCE-A375-973AB0FC58B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2747BA8-C088-40EA-AF2B-703943AD1531}" type="pres">
      <dgm:prSet presAssocID="{74E6EA20-889C-4CCE-A375-973AB0FC58BC}" presName="hierFlow" presStyleCnt="0"/>
      <dgm:spPr/>
    </dgm:pt>
    <dgm:pt modelId="{AE9B9C40-0B84-4114-84B1-877CB6D9E036}" type="pres">
      <dgm:prSet presAssocID="{74E6EA20-889C-4CCE-A375-973AB0FC58B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A3CB218B-3EE0-42DA-91DC-0C2E7F4416CD}" type="pres">
      <dgm:prSet presAssocID="{6511007A-8E39-4300-BA71-F7FBB0253D94}" presName="Name14" presStyleCnt="0"/>
      <dgm:spPr/>
    </dgm:pt>
    <dgm:pt modelId="{54EF63CC-B5A9-47D3-B656-0FC6E0E824A9}" type="pres">
      <dgm:prSet presAssocID="{6511007A-8E39-4300-BA71-F7FBB0253D94}" presName="level1Shape" presStyleLbl="node0" presStyleIdx="0" presStyleCnt="1" custScaleX="312235" custScaleY="132463" custLinFactY="-20140" custLinFactNeighborY="-100000">
        <dgm:presLayoutVars>
          <dgm:chPref val="3"/>
        </dgm:presLayoutVars>
      </dgm:prSet>
      <dgm:spPr>
        <a:prstGeom prst="roundRect">
          <a:avLst/>
        </a:prstGeom>
      </dgm:spPr>
    </dgm:pt>
    <dgm:pt modelId="{08439AAA-FDA5-4AAE-9177-3434AEE533A9}" type="pres">
      <dgm:prSet presAssocID="{6511007A-8E39-4300-BA71-F7FBB0253D94}" presName="hierChild2" presStyleCnt="0"/>
      <dgm:spPr/>
    </dgm:pt>
    <dgm:pt modelId="{B7EA2692-A12D-49F6-8946-75321087D250}" type="pres">
      <dgm:prSet presAssocID="{444A5A27-01D0-4205-B44F-142BF42D0F90}" presName="Name19" presStyleLbl="parChTrans1D2" presStyleIdx="0" presStyleCnt="2"/>
      <dgm:spPr/>
    </dgm:pt>
    <dgm:pt modelId="{7E08F0B3-3A8B-47CD-95DE-4D6657CF151B}" type="pres">
      <dgm:prSet presAssocID="{8B55F314-2E1E-4C22-8476-9DE0D4F38ADE}" presName="Name21" presStyleCnt="0"/>
      <dgm:spPr/>
    </dgm:pt>
    <dgm:pt modelId="{ED67039B-EED0-44AC-9435-6A0ADD6BC8EA}" type="pres">
      <dgm:prSet presAssocID="{8B55F314-2E1E-4C22-8476-9DE0D4F38ADE}" presName="level2Shape" presStyleLbl="node2" presStyleIdx="0" presStyleCnt="2" custScaleX="168943" custScaleY="83422" custLinFactNeighborY="-24435"/>
      <dgm:spPr>
        <a:prstGeom prst="roundRect">
          <a:avLst/>
        </a:prstGeom>
      </dgm:spPr>
    </dgm:pt>
    <dgm:pt modelId="{D4AAC57F-4869-4FD1-AAB9-F73A5806D8ED}" type="pres">
      <dgm:prSet presAssocID="{8B55F314-2E1E-4C22-8476-9DE0D4F38ADE}" presName="hierChild3" presStyleCnt="0"/>
      <dgm:spPr/>
    </dgm:pt>
    <dgm:pt modelId="{3AEF71A6-5F1F-4BB8-9200-65225EDB274D}" type="pres">
      <dgm:prSet presAssocID="{A38E2CE5-190E-48B5-8BCD-9A16D3F90C1B}" presName="Name19" presStyleLbl="parChTrans1D3" presStyleIdx="0" presStyleCnt="4"/>
      <dgm:spPr/>
    </dgm:pt>
    <dgm:pt modelId="{21C59F5D-049B-4FDA-A91D-5C7D3A047476}" type="pres">
      <dgm:prSet presAssocID="{8B3DF84B-CF40-48DA-8406-20858AFE3254}" presName="Name21" presStyleCnt="0"/>
      <dgm:spPr/>
    </dgm:pt>
    <dgm:pt modelId="{509A773C-DDE4-4343-9EE8-F6E3ACE8FB76}" type="pres">
      <dgm:prSet presAssocID="{8B3DF84B-CF40-48DA-8406-20858AFE3254}" presName="level2Shape" presStyleLbl="node3" presStyleIdx="0" presStyleCnt="4" custScaleX="219580" custScaleY="133926"/>
      <dgm:spPr>
        <a:prstGeom prst="roundRect">
          <a:avLst/>
        </a:prstGeom>
      </dgm:spPr>
    </dgm:pt>
    <dgm:pt modelId="{40CDBCB5-2601-42DB-8CBD-99894908108B}" type="pres">
      <dgm:prSet presAssocID="{8B3DF84B-CF40-48DA-8406-20858AFE3254}" presName="hierChild3" presStyleCnt="0"/>
      <dgm:spPr/>
    </dgm:pt>
    <dgm:pt modelId="{4CF13388-382C-44C7-BB30-EFF7D313E368}" type="pres">
      <dgm:prSet presAssocID="{D0E1E779-AAF1-4836-A524-2A65B388CB70}" presName="Name19" presStyleLbl="parChTrans1D3" presStyleIdx="1" presStyleCnt="4"/>
      <dgm:spPr/>
    </dgm:pt>
    <dgm:pt modelId="{9463CEF3-FDCA-45CC-91D0-FA34E5F8BEA3}" type="pres">
      <dgm:prSet presAssocID="{2878590B-BE86-49B2-A031-41B8DEECB6C4}" presName="Name21" presStyleCnt="0"/>
      <dgm:spPr/>
    </dgm:pt>
    <dgm:pt modelId="{D3223EE5-B077-44C5-B26B-34A525C5C709}" type="pres">
      <dgm:prSet presAssocID="{2878590B-BE86-49B2-A031-41B8DEECB6C4}" presName="level2Shape" presStyleLbl="node3" presStyleIdx="1" presStyleCnt="4" custScaleX="221641" custScaleY="133926"/>
      <dgm:spPr>
        <a:prstGeom prst="roundRect">
          <a:avLst/>
        </a:prstGeom>
      </dgm:spPr>
    </dgm:pt>
    <dgm:pt modelId="{506D976A-F255-42E9-8558-6F1B82343395}" type="pres">
      <dgm:prSet presAssocID="{2878590B-BE86-49B2-A031-41B8DEECB6C4}" presName="hierChild3" presStyleCnt="0"/>
      <dgm:spPr/>
    </dgm:pt>
    <dgm:pt modelId="{73B8E8C9-2BC5-4972-AB45-31CC8C7BF6A2}" type="pres">
      <dgm:prSet presAssocID="{174EC501-5FFE-4BE0-A459-94BC2ABE9BBA}" presName="Name19" presStyleLbl="parChTrans1D2" presStyleIdx="1" presStyleCnt="2"/>
      <dgm:spPr/>
    </dgm:pt>
    <dgm:pt modelId="{C4C25076-D62E-4751-B002-0617EF637FB7}" type="pres">
      <dgm:prSet presAssocID="{59DA8B39-8514-4573-933E-C4388C957409}" presName="Name21" presStyleCnt="0"/>
      <dgm:spPr/>
    </dgm:pt>
    <dgm:pt modelId="{63051FFE-45A1-4DBD-B364-5EC99DD33A70}" type="pres">
      <dgm:prSet presAssocID="{59DA8B39-8514-4573-933E-C4388C957409}" presName="level2Shape" presStyleLbl="node2" presStyleIdx="1" presStyleCnt="2" custScaleX="168943" custScaleY="83422" custLinFactNeighborY="-24435"/>
      <dgm:spPr>
        <a:prstGeom prst="roundRect">
          <a:avLst/>
        </a:prstGeom>
      </dgm:spPr>
    </dgm:pt>
    <dgm:pt modelId="{9D29DA6F-D0CE-4AB8-BBE0-FFFA721D02F6}" type="pres">
      <dgm:prSet presAssocID="{59DA8B39-8514-4573-933E-C4388C957409}" presName="hierChild3" presStyleCnt="0"/>
      <dgm:spPr/>
    </dgm:pt>
    <dgm:pt modelId="{578A8C79-92DB-4490-B4ED-A0F4454CF245}" type="pres">
      <dgm:prSet presAssocID="{D5101928-058F-43CF-A32B-33FFAD424574}" presName="Name19" presStyleLbl="parChTrans1D3" presStyleIdx="2" presStyleCnt="4"/>
      <dgm:spPr/>
    </dgm:pt>
    <dgm:pt modelId="{E58A83D9-242E-419D-ADD3-6E7E611CC9C6}" type="pres">
      <dgm:prSet presAssocID="{7B07A033-365A-4EEC-BFA0-9747EA558C7C}" presName="Name21" presStyleCnt="0"/>
      <dgm:spPr/>
    </dgm:pt>
    <dgm:pt modelId="{ED181096-BC4B-4FD3-985F-58229FB299E9}" type="pres">
      <dgm:prSet presAssocID="{7B07A033-365A-4EEC-BFA0-9747EA558C7C}" presName="level2Shape" presStyleLbl="node3" presStyleIdx="2" presStyleCnt="4" custScaleX="199282" custScaleY="133926"/>
      <dgm:spPr>
        <a:prstGeom prst="roundRect">
          <a:avLst/>
        </a:prstGeom>
      </dgm:spPr>
    </dgm:pt>
    <dgm:pt modelId="{367E3C7E-5ACC-47B2-8A2C-7498D8CD73C9}" type="pres">
      <dgm:prSet presAssocID="{7B07A033-365A-4EEC-BFA0-9747EA558C7C}" presName="hierChild3" presStyleCnt="0"/>
      <dgm:spPr/>
    </dgm:pt>
    <dgm:pt modelId="{0EF63B46-2CF5-422B-ADB4-E4A38E51E737}" type="pres">
      <dgm:prSet presAssocID="{5E861589-C496-412B-A152-92BE6D5C408C}" presName="Name19" presStyleLbl="parChTrans1D3" presStyleIdx="3" presStyleCnt="4"/>
      <dgm:spPr/>
    </dgm:pt>
    <dgm:pt modelId="{8BD55DC7-6685-423D-8D67-746AADB8F8C4}" type="pres">
      <dgm:prSet presAssocID="{1B1B6E43-B414-4F46-81D3-54A053FF4AB0}" presName="Name21" presStyleCnt="0"/>
      <dgm:spPr/>
    </dgm:pt>
    <dgm:pt modelId="{233EC8A2-12FD-4872-BAB2-D266CDC111B0}" type="pres">
      <dgm:prSet presAssocID="{1B1B6E43-B414-4F46-81D3-54A053FF4AB0}" presName="level2Shape" presStyleLbl="node3" presStyleIdx="3" presStyleCnt="4" custScaleX="199282" custScaleY="133926"/>
      <dgm:spPr>
        <a:prstGeom prst="roundRect">
          <a:avLst/>
        </a:prstGeom>
      </dgm:spPr>
    </dgm:pt>
    <dgm:pt modelId="{239555FF-70B3-4610-A793-178B5E153D96}" type="pres">
      <dgm:prSet presAssocID="{1B1B6E43-B414-4F46-81D3-54A053FF4AB0}" presName="hierChild3" presStyleCnt="0"/>
      <dgm:spPr/>
    </dgm:pt>
    <dgm:pt modelId="{EB12A513-4204-48C9-BBC6-101E4F62C447}" type="pres">
      <dgm:prSet presAssocID="{74E6EA20-889C-4CCE-A375-973AB0FC58BC}" presName="bgShapesFlow" presStyleCnt="0"/>
      <dgm:spPr/>
    </dgm:pt>
  </dgm:ptLst>
  <dgm:cxnLst>
    <dgm:cxn modelId="{2ADC0206-C0F3-4324-9A49-EF91E9F61B75}" type="presOf" srcId="{1B1B6E43-B414-4F46-81D3-54A053FF4AB0}" destId="{233EC8A2-12FD-4872-BAB2-D266CDC111B0}" srcOrd="0" destOrd="0" presId="urn:microsoft.com/office/officeart/2005/8/layout/hierarchy6"/>
    <dgm:cxn modelId="{71142008-AA82-45DD-802C-FE0CF2F1C790}" type="presOf" srcId="{D5101928-058F-43CF-A32B-33FFAD424574}" destId="{578A8C79-92DB-4490-B4ED-A0F4454CF245}" srcOrd="0" destOrd="0" presId="urn:microsoft.com/office/officeart/2005/8/layout/hierarchy6"/>
    <dgm:cxn modelId="{46063211-EE7D-4F06-8CA0-4EECFC41E3C1}" type="presOf" srcId="{5E861589-C496-412B-A152-92BE6D5C408C}" destId="{0EF63B46-2CF5-422B-ADB4-E4A38E51E737}" srcOrd="0" destOrd="0" presId="urn:microsoft.com/office/officeart/2005/8/layout/hierarchy6"/>
    <dgm:cxn modelId="{41598113-7809-4D57-90D7-BC48E70B0C5D}" type="presOf" srcId="{A38E2CE5-190E-48B5-8BCD-9A16D3F90C1B}" destId="{3AEF71A6-5F1F-4BB8-9200-65225EDB274D}" srcOrd="0" destOrd="0" presId="urn:microsoft.com/office/officeart/2005/8/layout/hierarchy6"/>
    <dgm:cxn modelId="{889C3E18-A9F5-44A3-A302-6D8F02BE65E5}" srcId="{8B55F314-2E1E-4C22-8476-9DE0D4F38ADE}" destId="{2878590B-BE86-49B2-A031-41B8DEECB6C4}" srcOrd="1" destOrd="0" parTransId="{D0E1E779-AAF1-4836-A524-2A65B388CB70}" sibTransId="{01073254-B2F1-430F-B95C-0B4FF3A83486}"/>
    <dgm:cxn modelId="{C0FA7020-9580-47F8-98B5-27055FC95A08}" srcId="{6511007A-8E39-4300-BA71-F7FBB0253D94}" destId="{59DA8B39-8514-4573-933E-C4388C957409}" srcOrd="1" destOrd="0" parTransId="{174EC501-5FFE-4BE0-A459-94BC2ABE9BBA}" sibTransId="{A9EC7D54-F639-4425-AFBD-A87957D03F27}"/>
    <dgm:cxn modelId="{C5946727-175E-4FD8-B759-DF7FD725C2C7}" type="presOf" srcId="{7B07A033-365A-4EEC-BFA0-9747EA558C7C}" destId="{ED181096-BC4B-4FD3-985F-58229FB299E9}" srcOrd="0" destOrd="0" presId="urn:microsoft.com/office/officeart/2005/8/layout/hierarchy6"/>
    <dgm:cxn modelId="{6E95C62D-BC1D-4554-9B71-F7BF1B55C359}" srcId="{8B55F314-2E1E-4C22-8476-9DE0D4F38ADE}" destId="{8B3DF84B-CF40-48DA-8406-20858AFE3254}" srcOrd="0" destOrd="0" parTransId="{A38E2CE5-190E-48B5-8BCD-9A16D3F90C1B}" sibTransId="{B8D251FD-D875-414C-813F-693B7C7016F2}"/>
    <dgm:cxn modelId="{C99F0D35-B62B-4EA0-BEAA-D731B497315A}" type="presOf" srcId="{74E6EA20-889C-4CCE-A375-973AB0FC58BC}" destId="{CFD8FF5B-C3D6-4696-816D-ECF59AB1904A}" srcOrd="0" destOrd="0" presId="urn:microsoft.com/office/officeart/2005/8/layout/hierarchy6"/>
    <dgm:cxn modelId="{41C6C86E-BE86-4EA0-B361-04412D83BE5E}" srcId="{74E6EA20-889C-4CCE-A375-973AB0FC58BC}" destId="{6511007A-8E39-4300-BA71-F7FBB0253D94}" srcOrd="0" destOrd="0" parTransId="{3C5E3D56-94AB-48C9-8F3A-1C7CA9F8B95A}" sibTransId="{9925B377-7B22-4EF1-A964-8703D2463217}"/>
    <dgm:cxn modelId="{C33F8572-84E2-4027-86C7-B9405663DD47}" srcId="{59DA8B39-8514-4573-933E-C4388C957409}" destId="{7B07A033-365A-4EEC-BFA0-9747EA558C7C}" srcOrd="0" destOrd="0" parTransId="{D5101928-058F-43CF-A32B-33FFAD424574}" sibTransId="{72BD771A-4612-40B5-A93B-1271E726DBF7}"/>
    <dgm:cxn modelId="{C9EC5E76-A8A9-4EBF-84FB-B03FE2BF4923}" type="presOf" srcId="{D0E1E779-AAF1-4836-A524-2A65B388CB70}" destId="{4CF13388-382C-44C7-BB30-EFF7D313E368}" srcOrd="0" destOrd="0" presId="urn:microsoft.com/office/officeart/2005/8/layout/hierarchy6"/>
    <dgm:cxn modelId="{FF8BB87D-974F-45BC-A328-4BCEC396CBAF}" type="presOf" srcId="{8B55F314-2E1E-4C22-8476-9DE0D4F38ADE}" destId="{ED67039B-EED0-44AC-9435-6A0ADD6BC8EA}" srcOrd="0" destOrd="0" presId="urn:microsoft.com/office/officeart/2005/8/layout/hierarchy6"/>
    <dgm:cxn modelId="{651AAF7F-9265-4DF7-8644-0F92CB59F62A}" type="presOf" srcId="{6511007A-8E39-4300-BA71-F7FBB0253D94}" destId="{54EF63CC-B5A9-47D3-B656-0FC6E0E824A9}" srcOrd="0" destOrd="0" presId="urn:microsoft.com/office/officeart/2005/8/layout/hierarchy6"/>
    <dgm:cxn modelId="{92419F99-05C4-44EE-B44A-DD1DC7F6A12C}" type="presOf" srcId="{8B3DF84B-CF40-48DA-8406-20858AFE3254}" destId="{509A773C-DDE4-4343-9EE8-F6E3ACE8FB76}" srcOrd="0" destOrd="0" presId="urn:microsoft.com/office/officeart/2005/8/layout/hierarchy6"/>
    <dgm:cxn modelId="{EE2B0D9C-B398-43E3-82C0-4CE74B778B76}" type="presOf" srcId="{444A5A27-01D0-4205-B44F-142BF42D0F90}" destId="{B7EA2692-A12D-49F6-8946-75321087D250}" srcOrd="0" destOrd="0" presId="urn:microsoft.com/office/officeart/2005/8/layout/hierarchy6"/>
    <dgm:cxn modelId="{212343AF-4C8B-4929-A51F-37CE948402E7}" type="presOf" srcId="{2878590B-BE86-49B2-A031-41B8DEECB6C4}" destId="{D3223EE5-B077-44C5-B26B-34A525C5C709}" srcOrd="0" destOrd="0" presId="urn:microsoft.com/office/officeart/2005/8/layout/hierarchy6"/>
    <dgm:cxn modelId="{9E3E05B0-C746-4325-8A43-603FC3A50860}" type="presOf" srcId="{174EC501-5FFE-4BE0-A459-94BC2ABE9BBA}" destId="{73B8E8C9-2BC5-4972-AB45-31CC8C7BF6A2}" srcOrd="0" destOrd="0" presId="urn:microsoft.com/office/officeart/2005/8/layout/hierarchy6"/>
    <dgm:cxn modelId="{7CD9BDB4-5645-463B-BA06-984297E1EC63}" srcId="{6511007A-8E39-4300-BA71-F7FBB0253D94}" destId="{8B55F314-2E1E-4C22-8476-9DE0D4F38ADE}" srcOrd="0" destOrd="0" parTransId="{444A5A27-01D0-4205-B44F-142BF42D0F90}" sibTransId="{1392FD5C-B68D-41C9-B289-89FC7B84A82C}"/>
    <dgm:cxn modelId="{A3F6E7B5-C02D-4FED-BFD5-A08EBD194EFC}" type="presOf" srcId="{59DA8B39-8514-4573-933E-C4388C957409}" destId="{63051FFE-45A1-4DBD-B364-5EC99DD33A70}" srcOrd="0" destOrd="0" presId="urn:microsoft.com/office/officeart/2005/8/layout/hierarchy6"/>
    <dgm:cxn modelId="{210E01FA-3EB8-49CF-AD5D-3AA3F0590A0A}" srcId="{59DA8B39-8514-4573-933E-C4388C957409}" destId="{1B1B6E43-B414-4F46-81D3-54A053FF4AB0}" srcOrd="1" destOrd="0" parTransId="{5E861589-C496-412B-A152-92BE6D5C408C}" sibTransId="{5B679EF4-1F21-41E6-A4EF-CFF4D801C89D}"/>
    <dgm:cxn modelId="{C1AA0DC0-180C-4B62-B09E-03CED7714C0E}" type="presParOf" srcId="{CFD8FF5B-C3D6-4696-816D-ECF59AB1904A}" destId="{F2747BA8-C088-40EA-AF2B-703943AD1531}" srcOrd="0" destOrd="0" presId="urn:microsoft.com/office/officeart/2005/8/layout/hierarchy6"/>
    <dgm:cxn modelId="{2B1999BE-FDD7-419F-8469-8F83E2ABA5E5}" type="presParOf" srcId="{F2747BA8-C088-40EA-AF2B-703943AD1531}" destId="{AE9B9C40-0B84-4114-84B1-877CB6D9E036}" srcOrd="0" destOrd="0" presId="urn:microsoft.com/office/officeart/2005/8/layout/hierarchy6"/>
    <dgm:cxn modelId="{034CC6B7-892D-43A8-9073-063BDC96BACF}" type="presParOf" srcId="{AE9B9C40-0B84-4114-84B1-877CB6D9E036}" destId="{A3CB218B-3EE0-42DA-91DC-0C2E7F4416CD}" srcOrd="0" destOrd="0" presId="urn:microsoft.com/office/officeart/2005/8/layout/hierarchy6"/>
    <dgm:cxn modelId="{D8DE78F5-03C1-406D-B25D-D7EA0A9917A3}" type="presParOf" srcId="{A3CB218B-3EE0-42DA-91DC-0C2E7F4416CD}" destId="{54EF63CC-B5A9-47D3-B656-0FC6E0E824A9}" srcOrd="0" destOrd="0" presId="urn:microsoft.com/office/officeart/2005/8/layout/hierarchy6"/>
    <dgm:cxn modelId="{95DB5FE7-A217-4982-98F7-1F06EB0AD851}" type="presParOf" srcId="{A3CB218B-3EE0-42DA-91DC-0C2E7F4416CD}" destId="{08439AAA-FDA5-4AAE-9177-3434AEE533A9}" srcOrd="1" destOrd="0" presId="urn:microsoft.com/office/officeart/2005/8/layout/hierarchy6"/>
    <dgm:cxn modelId="{FD9B9FAB-E5E3-48CE-B50D-85CA36655558}" type="presParOf" srcId="{08439AAA-FDA5-4AAE-9177-3434AEE533A9}" destId="{B7EA2692-A12D-49F6-8946-75321087D250}" srcOrd="0" destOrd="0" presId="urn:microsoft.com/office/officeart/2005/8/layout/hierarchy6"/>
    <dgm:cxn modelId="{A70019F4-0164-4339-BD4A-E417F3A5A7FB}" type="presParOf" srcId="{08439AAA-FDA5-4AAE-9177-3434AEE533A9}" destId="{7E08F0B3-3A8B-47CD-95DE-4D6657CF151B}" srcOrd="1" destOrd="0" presId="urn:microsoft.com/office/officeart/2005/8/layout/hierarchy6"/>
    <dgm:cxn modelId="{944277F6-4828-4A8B-8126-3A5B93B9149B}" type="presParOf" srcId="{7E08F0B3-3A8B-47CD-95DE-4D6657CF151B}" destId="{ED67039B-EED0-44AC-9435-6A0ADD6BC8EA}" srcOrd="0" destOrd="0" presId="urn:microsoft.com/office/officeart/2005/8/layout/hierarchy6"/>
    <dgm:cxn modelId="{46159639-1112-42D7-A33F-90DEA7AF8501}" type="presParOf" srcId="{7E08F0B3-3A8B-47CD-95DE-4D6657CF151B}" destId="{D4AAC57F-4869-4FD1-AAB9-F73A5806D8ED}" srcOrd="1" destOrd="0" presId="urn:microsoft.com/office/officeart/2005/8/layout/hierarchy6"/>
    <dgm:cxn modelId="{684EDF20-3579-4787-AB2E-1596CF7AFE97}" type="presParOf" srcId="{D4AAC57F-4869-4FD1-AAB9-F73A5806D8ED}" destId="{3AEF71A6-5F1F-4BB8-9200-65225EDB274D}" srcOrd="0" destOrd="0" presId="urn:microsoft.com/office/officeart/2005/8/layout/hierarchy6"/>
    <dgm:cxn modelId="{DFE303C4-7775-47BF-804A-4ED1E3AC8336}" type="presParOf" srcId="{D4AAC57F-4869-4FD1-AAB9-F73A5806D8ED}" destId="{21C59F5D-049B-4FDA-A91D-5C7D3A047476}" srcOrd="1" destOrd="0" presId="urn:microsoft.com/office/officeart/2005/8/layout/hierarchy6"/>
    <dgm:cxn modelId="{60F087D7-EC8F-4EA5-A380-9A7AC50A3548}" type="presParOf" srcId="{21C59F5D-049B-4FDA-A91D-5C7D3A047476}" destId="{509A773C-DDE4-4343-9EE8-F6E3ACE8FB76}" srcOrd="0" destOrd="0" presId="urn:microsoft.com/office/officeart/2005/8/layout/hierarchy6"/>
    <dgm:cxn modelId="{919C7C23-C533-403D-9C70-66D8BB6BDF91}" type="presParOf" srcId="{21C59F5D-049B-4FDA-A91D-5C7D3A047476}" destId="{40CDBCB5-2601-42DB-8CBD-99894908108B}" srcOrd="1" destOrd="0" presId="urn:microsoft.com/office/officeart/2005/8/layout/hierarchy6"/>
    <dgm:cxn modelId="{08C2B6DB-6012-463D-A963-5F8327111297}" type="presParOf" srcId="{D4AAC57F-4869-4FD1-AAB9-F73A5806D8ED}" destId="{4CF13388-382C-44C7-BB30-EFF7D313E368}" srcOrd="2" destOrd="0" presId="urn:microsoft.com/office/officeart/2005/8/layout/hierarchy6"/>
    <dgm:cxn modelId="{66BCBEDD-BAC1-45AE-9607-8694709A9A04}" type="presParOf" srcId="{D4AAC57F-4869-4FD1-AAB9-F73A5806D8ED}" destId="{9463CEF3-FDCA-45CC-91D0-FA34E5F8BEA3}" srcOrd="3" destOrd="0" presId="urn:microsoft.com/office/officeart/2005/8/layout/hierarchy6"/>
    <dgm:cxn modelId="{10C391A4-DF75-4520-8D9A-C16245AF365D}" type="presParOf" srcId="{9463CEF3-FDCA-45CC-91D0-FA34E5F8BEA3}" destId="{D3223EE5-B077-44C5-B26B-34A525C5C709}" srcOrd="0" destOrd="0" presId="urn:microsoft.com/office/officeart/2005/8/layout/hierarchy6"/>
    <dgm:cxn modelId="{B256DBC9-0004-408A-A2F2-80EF30130D54}" type="presParOf" srcId="{9463CEF3-FDCA-45CC-91D0-FA34E5F8BEA3}" destId="{506D976A-F255-42E9-8558-6F1B82343395}" srcOrd="1" destOrd="0" presId="urn:microsoft.com/office/officeart/2005/8/layout/hierarchy6"/>
    <dgm:cxn modelId="{1206D6E6-E83D-41D2-8619-CD6328396B27}" type="presParOf" srcId="{08439AAA-FDA5-4AAE-9177-3434AEE533A9}" destId="{73B8E8C9-2BC5-4972-AB45-31CC8C7BF6A2}" srcOrd="2" destOrd="0" presId="urn:microsoft.com/office/officeart/2005/8/layout/hierarchy6"/>
    <dgm:cxn modelId="{7552E2B8-A258-44C1-B1AF-3E781336437E}" type="presParOf" srcId="{08439AAA-FDA5-4AAE-9177-3434AEE533A9}" destId="{C4C25076-D62E-4751-B002-0617EF637FB7}" srcOrd="3" destOrd="0" presId="urn:microsoft.com/office/officeart/2005/8/layout/hierarchy6"/>
    <dgm:cxn modelId="{157458D1-8489-48E5-970F-4D6782FC578C}" type="presParOf" srcId="{C4C25076-D62E-4751-B002-0617EF637FB7}" destId="{63051FFE-45A1-4DBD-B364-5EC99DD33A70}" srcOrd="0" destOrd="0" presId="urn:microsoft.com/office/officeart/2005/8/layout/hierarchy6"/>
    <dgm:cxn modelId="{3DD5D42C-7CAA-4E4C-8FB8-FA1EEA46BFC0}" type="presParOf" srcId="{C4C25076-D62E-4751-B002-0617EF637FB7}" destId="{9D29DA6F-D0CE-4AB8-BBE0-FFFA721D02F6}" srcOrd="1" destOrd="0" presId="urn:microsoft.com/office/officeart/2005/8/layout/hierarchy6"/>
    <dgm:cxn modelId="{1044D099-448A-4524-883A-30C3E1F2EE7A}" type="presParOf" srcId="{9D29DA6F-D0CE-4AB8-BBE0-FFFA721D02F6}" destId="{578A8C79-92DB-4490-B4ED-A0F4454CF245}" srcOrd="0" destOrd="0" presId="urn:microsoft.com/office/officeart/2005/8/layout/hierarchy6"/>
    <dgm:cxn modelId="{585DC18D-282D-458C-B4DA-C25FA83D8233}" type="presParOf" srcId="{9D29DA6F-D0CE-4AB8-BBE0-FFFA721D02F6}" destId="{E58A83D9-242E-419D-ADD3-6E7E611CC9C6}" srcOrd="1" destOrd="0" presId="urn:microsoft.com/office/officeart/2005/8/layout/hierarchy6"/>
    <dgm:cxn modelId="{19199EEB-622A-4DF3-8A99-C42197B75C7A}" type="presParOf" srcId="{E58A83D9-242E-419D-ADD3-6E7E611CC9C6}" destId="{ED181096-BC4B-4FD3-985F-58229FB299E9}" srcOrd="0" destOrd="0" presId="urn:microsoft.com/office/officeart/2005/8/layout/hierarchy6"/>
    <dgm:cxn modelId="{8AA97754-950C-44B6-BEF8-5C3F98427916}" type="presParOf" srcId="{E58A83D9-242E-419D-ADD3-6E7E611CC9C6}" destId="{367E3C7E-5ACC-47B2-8A2C-7498D8CD73C9}" srcOrd="1" destOrd="0" presId="urn:microsoft.com/office/officeart/2005/8/layout/hierarchy6"/>
    <dgm:cxn modelId="{1064BC13-0BD9-4779-AC99-052825C354D0}" type="presParOf" srcId="{9D29DA6F-D0CE-4AB8-BBE0-FFFA721D02F6}" destId="{0EF63B46-2CF5-422B-ADB4-E4A38E51E737}" srcOrd="2" destOrd="0" presId="urn:microsoft.com/office/officeart/2005/8/layout/hierarchy6"/>
    <dgm:cxn modelId="{3DE11187-4CD2-4C20-947B-DBD31782A739}" type="presParOf" srcId="{9D29DA6F-D0CE-4AB8-BBE0-FFFA721D02F6}" destId="{8BD55DC7-6685-423D-8D67-746AADB8F8C4}" srcOrd="3" destOrd="0" presId="urn:microsoft.com/office/officeart/2005/8/layout/hierarchy6"/>
    <dgm:cxn modelId="{B01BC88D-8E38-45A1-98A0-E087272C5897}" type="presParOf" srcId="{8BD55DC7-6685-423D-8D67-746AADB8F8C4}" destId="{233EC8A2-12FD-4872-BAB2-D266CDC111B0}" srcOrd="0" destOrd="0" presId="urn:microsoft.com/office/officeart/2005/8/layout/hierarchy6"/>
    <dgm:cxn modelId="{43D61C57-CA89-45FC-8F5F-9C7B834BEC92}" type="presParOf" srcId="{8BD55DC7-6685-423D-8D67-746AADB8F8C4}" destId="{239555FF-70B3-4610-A793-178B5E153D96}" srcOrd="1" destOrd="0" presId="urn:microsoft.com/office/officeart/2005/8/layout/hierarchy6"/>
    <dgm:cxn modelId="{DF96A6D8-0449-4A8D-8D24-7F97757958F1}" type="presParOf" srcId="{CFD8FF5B-C3D6-4696-816D-ECF59AB1904A}" destId="{EB12A513-4204-48C9-BBC6-101E4F62C447}" srcOrd="1" destOrd="0" presId="urn:microsoft.com/office/officeart/2005/8/layout/hierarchy6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𝑏𝑥</m:t>
                    </m:r>
                  </m:oMath>
                </m:oMathPara>
              </a14:m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Choice>
      <mc:Fallback xmlns="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:r>
                <a:rPr lang="en-US" sz="12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𝑦=𝑎+𝑏𝑥</a:t>
              </a:r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Fallback>
    </mc:AlternateConten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𝑏𝑥</m:t>
                    </m:r>
                  </m:oMath>
                </m:oMathPara>
              </a14:m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Choice>
      <mc:Fallback xmlns="">
        <dgm:pt modelId="{25FA127C-87A3-42A1-80C8-89F995682A08}">
          <dgm:prSet phldrT="[Text]" custT="1"/>
          <dgm:spPr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dgm:spPr>
          <dgm:t>
            <a:bodyPr/>
            <a:lstStyle/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Correlation</a:t>
              </a: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Linear Slope</a:t>
              </a:r>
            </a:p>
            <a:p>
              <a:pPr/>
              <a:r>
                <a:rPr lang="en-US" sz="1200" b="0" i="0">
                  <a:solidFill>
                    <a:schemeClr val="accent2"/>
                  </a:solidFill>
                  <a:latin typeface="Cambria Math" panose="02040503050406030204" pitchFamily="18" charset="0"/>
                </a:rPr>
                <a:t>𝑦=𝑎+𝑏𝑥</a:t>
              </a:r>
              <a:endParaRPr lang="en-US" sz="1200" dirty="0">
                <a:solidFill>
                  <a:schemeClr val="accent2"/>
                </a:solidFill>
                <a:latin typeface="+mn-lt"/>
              </a:endParaRPr>
            </a:p>
            <a:p>
              <a:r>
                <a:rPr lang="en-US" sz="1200" dirty="0">
                  <a:solidFill>
                    <a:schemeClr val="accent2"/>
                  </a:solidFill>
                  <a:latin typeface="+mn-lt"/>
                </a:rPr>
                <a:t>Regression</a:t>
              </a:r>
            </a:p>
          </dgm:t>
        </dgm:pt>
      </mc:Fallback>
    </mc:AlternateConten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dgm:pt modelId="{25FA127C-87A3-42A1-80C8-89F995682A0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0581E5-90C4-4CE7-AF47-9BF2C02F95D8}" type="doc">
      <dgm:prSet loTypeId="urn:microsoft.com/office/officeart/2005/8/layout/hierarchy4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974163-CEA2-438E-9F2F-A1C7A39AEF3C}">
      <dgm:prSet phldrT="[Text]" custT="1"/>
      <dgm:spPr>
        <a:solidFill>
          <a:srgbClr val="FED4D4"/>
        </a:solidFill>
        <a:ln>
          <a:solidFill>
            <a:srgbClr val="C00000"/>
          </a:solidFill>
        </a:ln>
      </dgm:spPr>
      <dgm:t>
        <a:bodyPr/>
        <a:lstStyle/>
        <a:p>
          <a:r>
            <a:rPr lang="en-US" sz="2000" b="1" dirty="0">
              <a:solidFill>
                <a:srgbClr val="C00000"/>
              </a:solidFill>
            </a:rPr>
            <a:t>Comparative Analysis</a:t>
          </a:r>
        </a:p>
        <a:p>
          <a:r>
            <a:rPr lang="en-US" sz="2000" b="1" dirty="0">
              <a:solidFill>
                <a:srgbClr val="C00000"/>
              </a:solidFill>
            </a:rPr>
            <a:t>Measures of Association</a:t>
          </a:r>
        </a:p>
        <a:p>
          <a:r>
            <a:rPr lang="en-US" sz="2000" b="1" dirty="0">
              <a:solidFill>
                <a:srgbClr val="C00000"/>
              </a:solidFill>
            </a:rPr>
            <a:t>“Effect Size”</a:t>
          </a:r>
        </a:p>
        <a:p>
          <a:r>
            <a:rPr lang="en-US" sz="2000" b="0" dirty="0">
              <a:solidFill>
                <a:srgbClr val="C00000"/>
              </a:solidFill>
            </a:rPr>
            <a:t>Bi-/Multivariate Analysis</a:t>
          </a:r>
        </a:p>
      </dgm:t>
    </dgm:pt>
    <dgm:pt modelId="{086A9CA7-A3C3-4A8D-B1D4-E7FCC736AC3B}" type="parTrans" cxnId="{2AB56D7B-B86A-4913-B262-C038E56DACE3}">
      <dgm:prSet/>
      <dgm:spPr/>
      <dgm:t>
        <a:bodyPr/>
        <a:lstStyle/>
        <a:p>
          <a:endParaRPr lang="en-US"/>
        </a:p>
      </dgm:t>
    </dgm:pt>
    <dgm:pt modelId="{1FB2600A-C9EE-4D95-9C0E-5EF1D7B3DD8D}" type="sibTrans" cxnId="{2AB56D7B-B86A-4913-B262-C038E56DACE3}">
      <dgm:prSet/>
      <dgm:spPr/>
      <dgm:t>
        <a:bodyPr/>
        <a:lstStyle/>
        <a:p>
          <a:endParaRPr lang="en-US"/>
        </a:p>
      </dgm:t>
    </dgm:pt>
    <dgm:pt modelId="{2AF84F74-FA45-4535-9991-8D11085E0F11}">
      <dgm:prSet phldrT="[Text]" custT="1"/>
      <dgm:spPr>
        <a:solidFill>
          <a:schemeClr val="accent6">
            <a:lumMod val="20000"/>
            <a:lumOff val="80000"/>
          </a:schemeClr>
        </a:solidFill>
        <a:ln>
          <a:solidFill>
            <a:srgbClr val="00B050"/>
          </a:solidFill>
        </a:ln>
      </dgm:spPr>
      <dgm:t>
        <a:bodyPr/>
        <a:lstStyle/>
        <a:p>
          <a:r>
            <a:rPr lang="en-US" sz="2000" b="1" dirty="0">
              <a:solidFill>
                <a:srgbClr val="00B050"/>
              </a:solidFill>
            </a:rPr>
            <a:t>Descriptive Analysis</a:t>
          </a:r>
        </a:p>
        <a:p>
          <a:r>
            <a:rPr lang="en-US" sz="2000" b="1" dirty="0">
              <a:solidFill>
                <a:srgbClr val="00B050"/>
              </a:solidFill>
            </a:rPr>
            <a:t>Measures of Occurrence</a:t>
          </a:r>
        </a:p>
        <a:p>
          <a:r>
            <a:rPr lang="en-US" sz="2000" b="0" dirty="0">
              <a:solidFill>
                <a:srgbClr val="00B050"/>
              </a:solidFill>
            </a:rPr>
            <a:t>Univariate Analysis</a:t>
          </a:r>
        </a:p>
      </dgm:t>
    </dgm:pt>
    <dgm:pt modelId="{B261DE5A-3121-420C-8443-124779B899FC}" type="sibTrans" cxnId="{9C164106-355A-463F-B533-6A76FF3A6984}">
      <dgm:prSet/>
      <dgm:spPr/>
      <dgm:t>
        <a:bodyPr/>
        <a:lstStyle/>
        <a:p>
          <a:endParaRPr lang="en-US"/>
        </a:p>
      </dgm:t>
    </dgm:pt>
    <dgm:pt modelId="{4D9D4D03-68BB-4FE5-A0AC-B8B46D02F6B7}" type="parTrans" cxnId="{9C164106-355A-463F-B533-6A76FF3A6984}">
      <dgm:prSet/>
      <dgm:spPr/>
      <dgm:t>
        <a:bodyPr/>
        <a:lstStyle/>
        <a:p>
          <a:endParaRPr lang="en-US"/>
        </a:p>
      </dgm:t>
    </dgm:pt>
    <dgm:pt modelId="{41C89395-CD58-4A62-8760-C2E87084FDC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RR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OR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RD/AR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Regression</a:t>
          </a:r>
        </a:p>
      </dgm:t>
    </dgm:pt>
    <dgm:pt modelId="{9DB08458-7FF7-467B-B060-E63CA37F4D0C}" type="parTrans" cxnId="{B80927A2-DB94-40E6-B552-E2FB461D944E}">
      <dgm:prSet/>
      <dgm:spPr/>
      <dgm:t>
        <a:bodyPr/>
        <a:lstStyle/>
        <a:p>
          <a:endParaRPr lang="en-US"/>
        </a:p>
      </dgm:t>
    </dgm:pt>
    <dgm:pt modelId="{3A057E08-AD33-4CE1-BCE2-29C3BB34DD1D}" type="sibTrans" cxnId="{B80927A2-DB94-40E6-B552-E2FB461D944E}">
      <dgm:prSet/>
      <dgm:spPr/>
      <dgm:t>
        <a:bodyPr/>
        <a:lstStyle/>
        <a:p>
          <a:endParaRPr lang="en-US"/>
        </a:p>
      </dgm:t>
    </dgm:pt>
    <dgm:pt modelId="{17484C3A-8B97-4A9A-8CD0-FB253F948CE6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gm:t>
    </dgm:pt>
    <dgm:pt modelId="{DA621EED-7C87-4F53-8A6E-81FDB8DD3082}" type="parTrans" cxnId="{81FDE74A-2927-4A7A-8FA3-33228AF2619B}">
      <dgm:prSet/>
      <dgm:spPr/>
      <dgm:t>
        <a:bodyPr/>
        <a:lstStyle/>
        <a:p>
          <a:endParaRPr lang="en-US"/>
        </a:p>
      </dgm:t>
    </dgm:pt>
    <dgm:pt modelId="{3F3303A6-FD1C-4C1A-BE91-4716CA263034}" type="sibTrans" cxnId="{81FDE74A-2927-4A7A-8FA3-33228AF2619B}">
      <dgm:prSet/>
      <dgm:spPr/>
      <dgm:t>
        <a:bodyPr/>
        <a:lstStyle/>
        <a:p>
          <a:endParaRPr lang="en-US"/>
        </a:p>
      </dgm:t>
    </dgm:pt>
    <dgm:pt modelId="{D4D82ACA-6F10-4303-B2D4-5C138E3EE786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Mean (SD)</a:t>
          </a:r>
        </a:p>
        <a:p>
          <a:r>
            <a:rPr lang="en-US" sz="1200" dirty="0">
              <a:solidFill>
                <a:schemeClr val="accent2"/>
              </a:solidFill>
              <a:latin typeface="+mn-lt"/>
            </a:rPr>
            <a:t>Median (IQR)</a:t>
          </a:r>
        </a:p>
      </dgm:t>
    </dgm:pt>
    <dgm:pt modelId="{0954EC29-A60A-4B84-AFD4-B2E7574FC0C5}" type="parTrans" cxnId="{3632B5DB-DC31-4C1E-A7FF-5CD3162C9913}">
      <dgm:prSet/>
      <dgm:spPr/>
      <dgm:t>
        <a:bodyPr/>
        <a:lstStyle/>
        <a:p>
          <a:endParaRPr lang="en-US"/>
        </a:p>
      </dgm:t>
    </dgm:pt>
    <dgm:pt modelId="{E83692AA-340F-43CD-9635-266CA21E8883}" type="sibTrans" cxnId="{3632B5DB-DC31-4C1E-A7FF-5CD3162C9913}">
      <dgm:prSet/>
      <dgm:spPr/>
      <dgm:t>
        <a:bodyPr/>
        <a:lstStyle/>
        <a:p>
          <a:endParaRPr lang="en-US"/>
        </a:p>
      </dgm:t>
    </dgm:pt>
    <dgm:pt modelId="{E9A89CDA-7C91-4F92-B8E2-0FA2DC44FEE8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chemeClr val="accent1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  <a:endParaRPr lang="en-US" sz="1200" dirty="0">
            <a:solidFill>
              <a:schemeClr val="accent2"/>
            </a:solidFill>
            <a:latin typeface="+mn-lt"/>
          </a:endParaRPr>
        </a:p>
      </dgm:t>
    </dgm:pt>
    <dgm:pt modelId="{0B115DFF-051E-43E9-9281-4B4117AAF412}" type="parTrans" cxnId="{AF6693A2-C7B0-484E-B6D5-9D5B54ED2AE2}">
      <dgm:prSet/>
      <dgm:spPr/>
      <dgm:t>
        <a:bodyPr/>
        <a:lstStyle/>
        <a:p>
          <a:endParaRPr lang="en-US"/>
        </a:p>
      </dgm:t>
    </dgm:pt>
    <dgm:pt modelId="{AE20B5D7-4308-409B-A6A1-88D349338383}" type="sibTrans" cxnId="{AF6693A2-C7B0-484E-B6D5-9D5B54ED2AE2}">
      <dgm:prSet/>
      <dgm:spPr/>
      <dgm:t>
        <a:bodyPr/>
        <a:lstStyle/>
        <a:p>
          <a:endParaRPr lang="en-US"/>
        </a:p>
      </dgm:t>
    </dgm:pt>
    <dgm:pt modelId="{FC3CCAA5-D85C-48EB-879A-DD615E2A748F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6319A288-8CE4-4EB8-B6EC-71B247ABFB18}" type="parTrans" cxnId="{E91F052D-BCF2-4D3A-9996-C01D9051027D}">
      <dgm:prSet/>
      <dgm:spPr/>
      <dgm:t>
        <a:bodyPr/>
        <a:lstStyle/>
        <a:p>
          <a:endParaRPr lang="en-US"/>
        </a:p>
      </dgm:t>
    </dgm:pt>
    <dgm:pt modelId="{356A63AC-87BB-48BD-984A-7B66A1E1D2A7}" type="sibTrans" cxnId="{E91F052D-BCF2-4D3A-9996-C01D9051027D}">
      <dgm:prSet/>
      <dgm:spPr/>
      <dgm:t>
        <a:bodyPr/>
        <a:lstStyle/>
        <a:p>
          <a:endParaRPr lang="en-US"/>
        </a:p>
      </dgm:t>
    </dgm:pt>
    <dgm:pt modelId="{B548254F-0D26-405A-AF56-4E588ECE991E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Prevalence</a:t>
          </a:r>
        </a:p>
        <a:p>
          <a:r>
            <a:rPr lang="en-US" sz="1200" dirty="0">
              <a:solidFill>
                <a:srgbClr val="0070C0"/>
              </a:solidFill>
              <a:latin typeface="+mn-lt"/>
            </a:rPr>
            <a:t>Incidence</a:t>
          </a:r>
        </a:p>
      </dgm:t>
    </dgm:pt>
    <dgm:pt modelId="{5E18AC9A-6F8E-41E2-A758-69C6BEC76770}" type="parTrans" cxnId="{57FD65CE-EBCB-4A8A-8A1B-759AD3A53BF1}">
      <dgm:prSet/>
      <dgm:spPr/>
      <dgm:t>
        <a:bodyPr/>
        <a:lstStyle/>
        <a:p>
          <a:endParaRPr lang="en-US"/>
        </a:p>
      </dgm:t>
    </dgm:pt>
    <dgm:pt modelId="{4A365741-F3F1-4E96-AC0A-67419013F6FD}" type="sibTrans" cxnId="{57FD65CE-EBCB-4A8A-8A1B-759AD3A53BF1}">
      <dgm:prSet/>
      <dgm:spPr/>
      <dgm:t>
        <a:bodyPr/>
        <a:lstStyle/>
        <a:p>
          <a:endParaRPr lang="en-US"/>
        </a:p>
      </dgm:t>
    </dgm:pt>
    <dgm:pt modelId="{F9F16E0F-86DF-44BB-AF3C-E37D1E23F890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DBEC00A6-B8DC-4ABB-B256-3337715D8481}" type="parTrans" cxnId="{E25EBCCD-ACE5-4026-AF02-1306FF76B4C8}">
      <dgm:prSet/>
      <dgm:spPr/>
      <dgm:t>
        <a:bodyPr/>
        <a:lstStyle/>
        <a:p>
          <a:endParaRPr lang="en-US"/>
        </a:p>
      </dgm:t>
    </dgm:pt>
    <dgm:pt modelId="{FEBA5137-D90A-4481-B171-6B7BEB15704D}" type="sibTrans" cxnId="{E25EBCCD-ACE5-4026-AF02-1306FF76B4C8}">
      <dgm:prSet/>
      <dgm:spPr/>
      <dgm:t>
        <a:bodyPr/>
        <a:lstStyle/>
        <a:p>
          <a:endParaRPr lang="en-US"/>
        </a:p>
      </dgm:t>
    </dgm:pt>
    <dgm:pt modelId="{25FA127C-87A3-42A1-80C8-89F995682A08}">
      <dgm:prSet phldrT="[Text]" custT="1"/>
      <dgm:spPr>
        <a:blipFill>
          <a:blip xmlns:r="http://schemas.openxmlformats.org/officeDocument/2006/relationships" r:embed="rId1"/>
          <a:stretch>
            <a:fillRect/>
          </a:stretch>
        </a:blipFill>
        <a:ln>
          <a:solidFill>
            <a:schemeClr val="accent2"/>
          </a:solidFill>
        </a:ln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95E902D-73C5-4903-8AFA-3B5711F8BD16}" type="parTrans" cxnId="{FA7C5920-8F83-4A48-AC02-1350FE07EA4D}">
      <dgm:prSet/>
      <dgm:spPr/>
      <dgm:t>
        <a:bodyPr/>
        <a:lstStyle/>
        <a:p>
          <a:endParaRPr lang="en-US"/>
        </a:p>
      </dgm:t>
    </dgm:pt>
    <dgm:pt modelId="{519A761C-5FBE-401C-BB69-F13E9B1D16C9}" type="sibTrans" cxnId="{FA7C5920-8F83-4A48-AC02-1350FE07EA4D}">
      <dgm:prSet/>
      <dgm:spPr/>
      <dgm:t>
        <a:bodyPr/>
        <a:lstStyle/>
        <a:p>
          <a:endParaRPr lang="en-US"/>
        </a:p>
      </dgm:t>
    </dgm:pt>
    <dgm:pt modelId="{13FDC758-9A66-4FFA-A479-3CF8FB83BFDF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BF459396-3061-47DF-A985-BCEA4F5AE1C7}" type="parTrans" cxnId="{CF6039B2-F419-4443-AAC9-212817283BD8}">
      <dgm:prSet/>
      <dgm:spPr/>
      <dgm:t>
        <a:bodyPr/>
        <a:lstStyle/>
        <a:p>
          <a:endParaRPr lang="en-US"/>
        </a:p>
      </dgm:t>
    </dgm:pt>
    <dgm:pt modelId="{D6E9A65E-5C07-4D29-B1BD-5159E3E6FFE7}" type="sibTrans" cxnId="{CF6039B2-F419-4443-AAC9-212817283BD8}">
      <dgm:prSet/>
      <dgm:spPr/>
      <dgm:t>
        <a:bodyPr/>
        <a:lstStyle/>
        <a:p>
          <a:endParaRPr lang="en-US"/>
        </a:p>
      </dgm:t>
    </dgm:pt>
    <dgm:pt modelId="{65242981-7EEE-44CC-AB32-FA73C216FB32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200" dirty="0">
              <a:solidFill>
                <a:schemeClr val="accent2"/>
              </a:solidFill>
              <a:latin typeface="+mn-lt"/>
            </a:rPr>
            <a:t>Linear Regression</a:t>
          </a:r>
        </a:p>
      </dgm:t>
    </dgm:pt>
    <dgm:pt modelId="{9B259E80-DEE2-4A63-A5B3-DF3FA671925F}" type="parTrans" cxnId="{974070AA-84C4-4E0E-A21A-4EEF4986A210}">
      <dgm:prSet/>
      <dgm:spPr/>
      <dgm:t>
        <a:bodyPr/>
        <a:lstStyle/>
        <a:p>
          <a:endParaRPr lang="en-US"/>
        </a:p>
      </dgm:t>
    </dgm:pt>
    <dgm:pt modelId="{10B82B98-650A-466E-8FF8-5C459B82E823}" type="sibTrans" cxnId="{974070AA-84C4-4E0E-A21A-4EEF4986A210}">
      <dgm:prSet/>
      <dgm:spPr/>
      <dgm:t>
        <a:bodyPr/>
        <a:lstStyle/>
        <a:p>
          <a:endParaRPr lang="en-US"/>
        </a:p>
      </dgm:t>
    </dgm:pt>
    <dgm:pt modelId="{80B97F84-C3F4-46FB-B044-A5CBDA701942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r>
            <a:rPr lang="en-US" sz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dirty="0">
            <a:solidFill>
              <a:srgbClr val="0070C0"/>
            </a:solidFill>
            <a:latin typeface="+mn-lt"/>
          </a:endParaRPr>
        </a:p>
      </dgm:t>
    </dgm:pt>
    <dgm:pt modelId="{C5408583-A034-4712-80BD-D2890DF7B01F}" type="parTrans" cxnId="{A1D5DEBC-9842-4E9E-BCD8-DEE3DE2FF304}">
      <dgm:prSet/>
      <dgm:spPr/>
      <dgm:t>
        <a:bodyPr/>
        <a:lstStyle/>
        <a:p>
          <a:endParaRPr lang="en-US"/>
        </a:p>
      </dgm:t>
    </dgm:pt>
    <dgm:pt modelId="{88C14932-DEF5-41DB-9566-2EF6D07FFAC9}" type="sibTrans" cxnId="{A1D5DEBC-9842-4E9E-BCD8-DEE3DE2FF304}">
      <dgm:prSet/>
      <dgm:spPr/>
      <dgm:t>
        <a:bodyPr/>
        <a:lstStyle/>
        <a:p>
          <a:endParaRPr lang="en-US"/>
        </a:p>
      </dgm:t>
    </dgm:pt>
    <dgm:pt modelId="{2884826E-C54A-448F-8CB6-4A58B43EB4EB}">
      <dgm:prSet phldrT="[Text]" custT="1"/>
      <dgm:spPr>
        <a:solidFill>
          <a:schemeClr val="accent4">
            <a:lumMod val="20000"/>
            <a:lumOff val="80000"/>
          </a:schemeClr>
        </a:solidFill>
        <a:ln>
          <a:solidFill>
            <a:srgbClr val="0070C0"/>
          </a:solidFill>
        </a:ln>
      </dgm:spPr>
      <dgm:t>
        <a:bodyPr/>
        <a:lstStyle/>
        <a:p>
          <a:r>
            <a:rPr lang="en-US" sz="1400" dirty="0">
              <a:solidFill>
                <a:srgbClr val="0070C0"/>
              </a:solidFill>
            </a:rPr>
            <a:t>Categorical Data</a:t>
          </a:r>
        </a:p>
      </dgm:t>
    </dgm:pt>
    <dgm:pt modelId="{06866CB6-96F3-4023-A7CB-51A792BF293E}" type="parTrans" cxnId="{9048B131-78DC-4012-B5F5-3CA00991E471}">
      <dgm:prSet/>
      <dgm:spPr/>
      <dgm:t>
        <a:bodyPr/>
        <a:lstStyle/>
        <a:p>
          <a:endParaRPr lang="en-US"/>
        </a:p>
      </dgm:t>
    </dgm:pt>
    <dgm:pt modelId="{40D2F377-14DC-48E1-B298-795A70D49284}" type="sibTrans" cxnId="{9048B131-78DC-4012-B5F5-3CA00991E471}">
      <dgm:prSet/>
      <dgm:spPr/>
      <dgm:t>
        <a:bodyPr/>
        <a:lstStyle/>
        <a:p>
          <a:endParaRPr lang="en-US"/>
        </a:p>
      </dgm:t>
    </dgm:pt>
    <dgm:pt modelId="{B9379001-4559-4F9E-B154-E4044DC44664}">
      <dgm:prSet phldrT="[Text]" custT="1"/>
      <dgm:spPr>
        <a:solidFill>
          <a:schemeClr val="accent2">
            <a:lumMod val="20000"/>
            <a:lumOff val="8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1400" dirty="0">
              <a:solidFill>
                <a:schemeClr val="accent2"/>
              </a:solidFill>
            </a:rPr>
            <a:t>Numerical Data</a:t>
          </a:r>
        </a:p>
      </dgm:t>
    </dgm:pt>
    <dgm:pt modelId="{282444CD-AA1A-42CE-A2B4-0F5068DE2547}" type="sibTrans" cxnId="{CF37D5F1-6C0B-422E-A5CE-E90210EFC477}">
      <dgm:prSet/>
      <dgm:spPr/>
      <dgm:t>
        <a:bodyPr/>
        <a:lstStyle/>
        <a:p>
          <a:endParaRPr lang="en-US"/>
        </a:p>
      </dgm:t>
    </dgm:pt>
    <dgm:pt modelId="{FF8BB5CF-17F3-47CA-9873-F99CB2914DB6}" type="parTrans" cxnId="{CF37D5F1-6C0B-422E-A5CE-E90210EFC477}">
      <dgm:prSet/>
      <dgm:spPr/>
      <dgm:t>
        <a:bodyPr/>
        <a:lstStyle/>
        <a:p>
          <a:endParaRPr lang="en-US"/>
        </a:p>
      </dgm:t>
    </dgm:pt>
    <dgm:pt modelId="{F93D3593-8EE1-45A2-BF0C-20AD09D3D520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 Data</a:t>
          </a:r>
        </a:p>
      </dgm:t>
    </dgm:pt>
    <dgm:pt modelId="{2E34B093-5C37-451F-9989-A5590BDC2E2B}" type="parTrans" cxnId="{8ABC5364-69B2-4889-A3B4-0E57B97F637D}">
      <dgm:prSet/>
      <dgm:spPr/>
      <dgm:t>
        <a:bodyPr/>
        <a:lstStyle/>
        <a:p>
          <a:endParaRPr lang="en-US"/>
        </a:p>
      </dgm:t>
    </dgm:pt>
    <dgm:pt modelId="{D9593041-D927-4D33-A356-CC51C8D1839C}" type="sibTrans" cxnId="{8ABC5364-69B2-4889-A3B4-0E57B97F637D}">
      <dgm:prSet/>
      <dgm:spPr/>
      <dgm:t>
        <a:bodyPr/>
        <a:lstStyle/>
        <a:p>
          <a:endParaRPr lang="en-US"/>
        </a:p>
      </dgm:t>
    </dgm:pt>
    <dgm:pt modelId="{CFCCFB80-1D6B-4245-AA01-A2BC1E161FFE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F39D1EA3-1440-4113-84F4-676653617866}" type="parTrans" cxnId="{CD821DF3-7B53-4CAB-B297-ABF3181CC97E}">
      <dgm:prSet/>
      <dgm:spPr/>
      <dgm:t>
        <a:bodyPr/>
        <a:lstStyle/>
        <a:p>
          <a:endParaRPr lang="en-US"/>
        </a:p>
      </dgm:t>
    </dgm:pt>
    <dgm:pt modelId="{1F9CE8B0-6410-46AF-9069-7D4C4B406CE7}" type="sibTrans" cxnId="{CD821DF3-7B53-4CAB-B297-ABF3181CC97E}">
      <dgm:prSet/>
      <dgm:spPr/>
      <dgm:t>
        <a:bodyPr/>
        <a:lstStyle/>
        <a:p>
          <a:endParaRPr lang="en-US"/>
        </a:p>
      </dgm:t>
    </dgm:pt>
    <dgm:pt modelId="{DBBE0372-85D5-482C-B8FE-FA92178A21F7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400" dirty="0">
              <a:solidFill>
                <a:schemeClr val="accent5"/>
              </a:solidFill>
            </a:rPr>
            <a:t>Numerical and Categorical</a:t>
          </a:r>
        </a:p>
      </dgm:t>
    </dgm:pt>
    <dgm:pt modelId="{A9FF2B7D-A6CB-4357-90DD-B8A5B9A9670E}" type="parTrans" cxnId="{E80AB5C8-3C8E-45D9-974F-80E04D001763}">
      <dgm:prSet/>
      <dgm:spPr/>
      <dgm:t>
        <a:bodyPr/>
        <a:lstStyle/>
        <a:p>
          <a:endParaRPr lang="en-US"/>
        </a:p>
      </dgm:t>
    </dgm:pt>
    <dgm:pt modelId="{E623E431-D664-45ED-87CD-BF22626C56B4}" type="sibTrans" cxnId="{E80AB5C8-3C8E-45D9-974F-80E04D001763}">
      <dgm:prSet/>
      <dgm:spPr/>
      <dgm:t>
        <a:bodyPr/>
        <a:lstStyle/>
        <a:p>
          <a:endParaRPr lang="en-US"/>
        </a:p>
      </dgm:t>
    </dgm:pt>
    <dgm:pt modelId="{0FCFA43D-CF1B-452A-8B16-EBED93B5F054}">
      <dgm:prSet phldrT="[Text]" custT="1"/>
      <dgm:spPr>
        <a:solidFill>
          <a:schemeClr val="accent5">
            <a:lumMod val="20000"/>
            <a:lumOff val="80000"/>
          </a:schemeClr>
        </a:solidFill>
        <a:ln>
          <a:solidFill>
            <a:schemeClr val="accent5"/>
          </a:solidFill>
        </a:ln>
      </dgm:spPr>
      <dgm:t>
        <a:bodyPr/>
        <a:lstStyle/>
        <a:p>
          <a:r>
            <a:rPr lang="en-US" sz="1200" dirty="0">
              <a:solidFill>
                <a:schemeClr val="accent5"/>
              </a:solidFill>
              <a:latin typeface="+mn-lt"/>
            </a:rPr>
            <a:t>T-Test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M/ANOVA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Wilcoxon</a:t>
          </a:r>
        </a:p>
        <a:p>
          <a:r>
            <a:rPr lang="en-US" sz="1200" dirty="0">
              <a:solidFill>
                <a:schemeClr val="accent5"/>
              </a:solidFill>
              <a:latin typeface="+mn-lt"/>
            </a:rPr>
            <a:t>Regression</a:t>
          </a:r>
        </a:p>
      </dgm:t>
    </dgm:pt>
    <dgm:pt modelId="{39C06263-BBCD-4538-B996-22CAE7C42650}" type="parTrans" cxnId="{7D5C5DCA-F077-4B8A-813B-7591F3F64139}">
      <dgm:prSet/>
      <dgm:spPr/>
      <dgm:t>
        <a:bodyPr/>
        <a:lstStyle/>
        <a:p>
          <a:endParaRPr lang="en-US"/>
        </a:p>
      </dgm:t>
    </dgm:pt>
    <dgm:pt modelId="{34DBC5A3-0DAF-4A05-9246-E0782D44C9AE}" type="sibTrans" cxnId="{7D5C5DCA-F077-4B8A-813B-7591F3F64139}">
      <dgm:prSet/>
      <dgm:spPr/>
      <dgm:t>
        <a:bodyPr/>
        <a:lstStyle/>
        <a:p>
          <a:endParaRPr lang="en-US"/>
        </a:p>
      </dgm:t>
    </dgm:pt>
    <dgm:pt modelId="{9F4B2241-0EBA-4934-9B62-5590A005CBFE}">
      <dgm:prSet phldrT="[Text]"/>
      <dgm:spPr>
        <a:noFill/>
      </dgm:spPr>
      <dgm:t>
        <a:bodyPr/>
        <a:lstStyle/>
        <a:p>
          <a:r>
            <a:rPr lang="en-US" b="1" dirty="0">
              <a:solidFill>
                <a:schemeClr val="tx1"/>
              </a:solidFill>
            </a:rPr>
            <a:t>Exploratory Data Analysis (EDA)</a:t>
          </a:r>
        </a:p>
      </dgm:t>
    </dgm:pt>
    <dgm:pt modelId="{ACF307B5-4AC2-414D-A728-C55BB4C15A81}" type="parTrans" cxnId="{DEF81F5F-6CEF-4EEB-A437-6E3670932643}">
      <dgm:prSet/>
      <dgm:spPr/>
      <dgm:t>
        <a:bodyPr/>
        <a:lstStyle/>
        <a:p>
          <a:endParaRPr lang="en-US"/>
        </a:p>
      </dgm:t>
    </dgm:pt>
    <dgm:pt modelId="{08116642-DF56-40D0-BD0B-BA1C36277CE5}" type="sibTrans" cxnId="{DEF81F5F-6CEF-4EEB-A437-6E3670932643}">
      <dgm:prSet/>
      <dgm:spPr/>
      <dgm:t>
        <a:bodyPr/>
        <a:lstStyle/>
        <a:p>
          <a:endParaRPr lang="en-US"/>
        </a:p>
      </dgm:t>
    </dgm:pt>
    <dgm:pt modelId="{4D257940-7857-417F-8321-F8434FD80A21}">
      <dgm:prSet phldrT="[Text]" custT="1"/>
      <dgm:spPr>
        <a:solidFill>
          <a:schemeClr val="bg1">
            <a:lumMod val="95000"/>
          </a:schemeClr>
        </a:solidFill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r>
            <a:rPr lang="en-US" sz="2400" b="1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gm:t>
    </dgm:pt>
    <dgm:pt modelId="{7BFE76B3-11CE-471A-92C6-E7D62C126CA0}" type="parTrans" cxnId="{88759FF1-FBE7-4D3F-AE2D-4E22A3B19421}">
      <dgm:prSet/>
      <dgm:spPr/>
      <dgm:t>
        <a:bodyPr/>
        <a:lstStyle/>
        <a:p>
          <a:endParaRPr lang="en-US"/>
        </a:p>
      </dgm:t>
    </dgm:pt>
    <dgm:pt modelId="{04110865-4F51-48D2-B8F6-9D308E769936}" type="sibTrans" cxnId="{88759FF1-FBE7-4D3F-AE2D-4E22A3B19421}">
      <dgm:prSet/>
      <dgm:spPr/>
      <dgm:t>
        <a:bodyPr/>
        <a:lstStyle/>
        <a:p>
          <a:endParaRPr lang="en-US"/>
        </a:p>
      </dgm:t>
    </dgm:pt>
    <dgm:pt modelId="{9D022969-6D09-44C8-ACF7-E29077B1CB11}">
      <dgm:prSet phldrT="[Text]" custT="1"/>
      <dgm:spPr>
        <a:solidFill>
          <a:srgbClr val="F1E1E1"/>
        </a:solidFill>
        <a:ln>
          <a:solidFill>
            <a:schemeClr val="accent2">
              <a:lumMod val="50000"/>
            </a:schemeClr>
          </a:solidFill>
        </a:ln>
      </dgm:spPr>
      <dgm:t>
        <a:bodyPr/>
        <a:lstStyle/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r>
            <a:rPr lang="en-US" sz="2000" b="1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endParaRPr lang="en-US" sz="2000" b="0" dirty="0">
            <a:solidFill>
              <a:schemeClr val="accent2">
                <a:lumMod val="50000"/>
              </a:schemeClr>
            </a:solidFill>
          </a:endParaRPr>
        </a:p>
        <a:p>
          <a:r>
            <a:rPr lang="en-US" sz="2000" b="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gm:t>
    </dgm:pt>
    <dgm:pt modelId="{86E7045C-8549-4D69-9E5A-277AF5619A71}" type="parTrans" cxnId="{248CC931-FBEC-46CE-8161-76EEFC31999E}">
      <dgm:prSet/>
      <dgm:spPr/>
      <dgm:t>
        <a:bodyPr/>
        <a:lstStyle/>
        <a:p>
          <a:endParaRPr lang="en-US"/>
        </a:p>
      </dgm:t>
    </dgm:pt>
    <dgm:pt modelId="{D95BB4C4-D522-4065-9BE5-A21BEC3058BD}" type="sibTrans" cxnId="{248CC931-FBEC-46CE-8161-76EEFC31999E}">
      <dgm:prSet/>
      <dgm:spPr/>
      <dgm:t>
        <a:bodyPr/>
        <a:lstStyle/>
        <a:p>
          <a:endParaRPr lang="en-US"/>
        </a:p>
      </dgm:t>
    </dgm:pt>
    <dgm:pt modelId="{C876DFD6-F16C-43B1-BA7F-8443C3FDE36F}" type="pres">
      <dgm:prSet presAssocID="{F10581E5-90C4-4CE7-AF47-9BF2C02F95D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40D17EE-B22C-4F42-838A-87AED894885C}" type="pres">
      <dgm:prSet presAssocID="{9F4B2241-0EBA-4934-9B62-5590A005CBFE}" presName="vertOne" presStyleCnt="0"/>
      <dgm:spPr/>
    </dgm:pt>
    <dgm:pt modelId="{1C6264E2-139B-4587-B6BB-C24FC7A59824}" type="pres">
      <dgm:prSet presAssocID="{9F4B2241-0EBA-4934-9B62-5590A005CBFE}" presName="txOne" presStyleLbl="node0" presStyleIdx="0" presStyleCnt="1" custScaleY="69155">
        <dgm:presLayoutVars>
          <dgm:chPref val="3"/>
        </dgm:presLayoutVars>
      </dgm:prSet>
      <dgm:spPr/>
    </dgm:pt>
    <dgm:pt modelId="{98831141-1E57-4F04-9A72-E4EA0CCCD589}" type="pres">
      <dgm:prSet presAssocID="{9F4B2241-0EBA-4934-9B62-5590A005CBFE}" presName="parTransOne" presStyleCnt="0"/>
      <dgm:spPr/>
    </dgm:pt>
    <dgm:pt modelId="{D3AD237B-2A36-45BC-97BC-5A10322FD8CD}" type="pres">
      <dgm:prSet presAssocID="{9F4B2241-0EBA-4934-9B62-5590A005CBFE}" presName="horzOne" presStyleCnt="0"/>
      <dgm:spPr/>
    </dgm:pt>
    <dgm:pt modelId="{DEE1C105-076F-45E3-9752-0934AB0B7915}" type="pres">
      <dgm:prSet presAssocID="{4D257940-7857-417F-8321-F8434FD80A21}" presName="vertTwo" presStyleCnt="0"/>
      <dgm:spPr/>
    </dgm:pt>
    <dgm:pt modelId="{996C825B-B69A-4234-8CA9-4D268B643EF0}" type="pres">
      <dgm:prSet presAssocID="{4D257940-7857-417F-8321-F8434FD80A21}" presName="txTwo" presStyleLbl="node2" presStyleIdx="0" presStyleCnt="2" custScaleY="52774">
        <dgm:presLayoutVars>
          <dgm:chPref val="3"/>
        </dgm:presLayoutVars>
      </dgm:prSet>
      <dgm:spPr/>
    </dgm:pt>
    <dgm:pt modelId="{3DEB1F78-5C53-45EA-9137-8668D3E98240}" type="pres">
      <dgm:prSet presAssocID="{4D257940-7857-417F-8321-F8434FD80A21}" presName="parTransTwo" presStyleCnt="0"/>
      <dgm:spPr/>
    </dgm:pt>
    <dgm:pt modelId="{04BE0862-994A-4AFA-9E3A-C2744B8D3349}" type="pres">
      <dgm:prSet presAssocID="{4D257940-7857-417F-8321-F8434FD80A21}" presName="horzTwo" presStyleCnt="0"/>
      <dgm:spPr/>
    </dgm:pt>
    <dgm:pt modelId="{A1699E50-93A1-4225-B20B-E63C6D107387}" type="pres">
      <dgm:prSet presAssocID="{2AF84F74-FA45-4535-9991-8D11085E0F11}" presName="vertThree" presStyleCnt="0"/>
      <dgm:spPr/>
    </dgm:pt>
    <dgm:pt modelId="{3977DD27-3EE5-4869-8E56-73D1F028B417}" type="pres">
      <dgm:prSet presAssocID="{2AF84F74-FA45-4535-9991-8D11085E0F11}" presName="txThree" presStyleLbl="node3" presStyleIdx="0" presStyleCnt="3" custScaleY="160654">
        <dgm:presLayoutVars>
          <dgm:chPref val="3"/>
        </dgm:presLayoutVars>
      </dgm:prSet>
      <dgm:spPr/>
    </dgm:pt>
    <dgm:pt modelId="{00A9E8E5-94C0-4282-83DF-E7BFC72A07D4}" type="pres">
      <dgm:prSet presAssocID="{2AF84F74-FA45-4535-9991-8D11085E0F11}" presName="parTransThree" presStyleCnt="0"/>
      <dgm:spPr/>
    </dgm:pt>
    <dgm:pt modelId="{64334C1C-2927-48E8-B0B4-D87B4850A57C}" type="pres">
      <dgm:prSet presAssocID="{2AF84F74-FA45-4535-9991-8D11085E0F11}" presName="horzThree" presStyleCnt="0"/>
      <dgm:spPr/>
    </dgm:pt>
    <dgm:pt modelId="{FB8E0F9A-3BE3-4B65-BAD4-3ACDA8A29235}" type="pres">
      <dgm:prSet presAssocID="{FC3CCAA5-D85C-48EB-879A-DD615E2A748F}" presName="vertFour" presStyleCnt="0">
        <dgm:presLayoutVars>
          <dgm:chPref val="3"/>
        </dgm:presLayoutVars>
      </dgm:prSet>
      <dgm:spPr/>
    </dgm:pt>
    <dgm:pt modelId="{9227FB7D-49D7-4433-B2F0-C6B8AA7D2216}" type="pres">
      <dgm:prSet presAssocID="{FC3CCAA5-D85C-48EB-879A-DD615E2A748F}" presName="txFour" presStyleLbl="node4" presStyleIdx="0" presStyleCnt="16">
        <dgm:presLayoutVars>
          <dgm:chPref val="3"/>
        </dgm:presLayoutVars>
      </dgm:prSet>
      <dgm:spPr/>
    </dgm:pt>
    <dgm:pt modelId="{A3326536-F11B-4301-B783-76F2D6B3D913}" type="pres">
      <dgm:prSet presAssocID="{FC3CCAA5-D85C-48EB-879A-DD615E2A748F}" presName="parTransFour" presStyleCnt="0"/>
      <dgm:spPr/>
    </dgm:pt>
    <dgm:pt modelId="{FEC811F4-CD05-4E3C-93C0-C436C268B3A3}" type="pres">
      <dgm:prSet presAssocID="{FC3CCAA5-D85C-48EB-879A-DD615E2A748F}" presName="horzFour" presStyleCnt="0"/>
      <dgm:spPr/>
    </dgm:pt>
    <dgm:pt modelId="{DBC2CDB3-2213-46E2-97D3-6EE474839B9E}" type="pres">
      <dgm:prSet presAssocID="{D4D82ACA-6F10-4303-B2D4-5C138E3EE786}" presName="vertFour" presStyleCnt="0">
        <dgm:presLayoutVars>
          <dgm:chPref val="3"/>
        </dgm:presLayoutVars>
      </dgm:prSet>
      <dgm:spPr/>
    </dgm:pt>
    <dgm:pt modelId="{45A2FA43-7D83-4C7C-9AC7-B80152780325}" type="pres">
      <dgm:prSet presAssocID="{D4D82ACA-6F10-4303-B2D4-5C138E3EE786}" presName="txFour" presStyleLbl="node4" presStyleIdx="1" presStyleCnt="16">
        <dgm:presLayoutVars>
          <dgm:chPref val="3"/>
        </dgm:presLayoutVars>
      </dgm:prSet>
      <dgm:spPr/>
    </dgm:pt>
    <dgm:pt modelId="{C6643903-9DB1-44F7-93F7-F31009ADB0A5}" type="pres">
      <dgm:prSet presAssocID="{D4D82ACA-6F10-4303-B2D4-5C138E3EE786}" presName="horzFour" presStyleCnt="0"/>
      <dgm:spPr/>
    </dgm:pt>
    <dgm:pt modelId="{5C1336D3-1E0B-462E-8785-96B791CC3C40}" type="pres">
      <dgm:prSet presAssocID="{356A63AC-87BB-48BD-984A-7B66A1E1D2A7}" presName="sibSpaceFour" presStyleCnt="0"/>
      <dgm:spPr/>
    </dgm:pt>
    <dgm:pt modelId="{D4513B6B-4159-4443-877D-2C1785C7EA3D}" type="pres">
      <dgm:prSet presAssocID="{E9A89CDA-7C91-4F92-B8E2-0FA2DC44FEE8}" presName="vertFour" presStyleCnt="0">
        <dgm:presLayoutVars>
          <dgm:chPref val="3"/>
        </dgm:presLayoutVars>
      </dgm:prSet>
      <dgm:spPr/>
    </dgm:pt>
    <dgm:pt modelId="{AB1F799C-6426-47B7-B8C4-37A4212A54A6}" type="pres">
      <dgm:prSet presAssocID="{E9A89CDA-7C91-4F92-B8E2-0FA2DC44FEE8}" presName="txFour" presStyleLbl="node4" presStyleIdx="2" presStyleCnt="16">
        <dgm:presLayoutVars>
          <dgm:chPref val="3"/>
        </dgm:presLayoutVars>
      </dgm:prSet>
      <dgm:spPr/>
    </dgm:pt>
    <dgm:pt modelId="{49A29782-6D76-4550-803F-73FEE49483B2}" type="pres">
      <dgm:prSet presAssocID="{E9A89CDA-7C91-4F92-B8E2-0FA2DC44FEE8}" presName="parTransFour" presStyleCnt="0"/>
      <dgm:spPr/>
    </dgm:pt>
    <dgm:pt modelId="{E0117347-CD70-4299-846F-5CCBACF84AED}" type="pres">
      <dgm:prSet presAssocID="{E9A89CDA-7C91-4F92-B8E2-0FA2DC44FEE8}" presName="horzFour" presStyleCnt="0"/>
      <dgm:spPr/>
    </dgm:pt>
    <dgm:pt modelId="{5F2AC036-0C75-4936-A876-E2884EFC9559}" type="pres">
      <dgm:prSet presAssocID="{B548254F-0D26-405A-AF56-4E588ECE991E}" presName="vertFour" presStyleCnt="0">
        <dgm:presLayoutVars>
          <dgm:chPref val="3"/>
        </dgm:presLayoutVars>
      </dgm:prSet>
      <dgm:spPr/>
    </dgm:pt>
    <dgm:pt modelId="{84D9BCD9-79A2-42B6-B46A-5CFA2CDF94DF}" type="pres">
      <dgm:prSet presAssocID="{B548254F-0D26-405A-AF56-4E588ECE991E}" presName="txFour" presStyleLbl="node4" presStyleIdx="3" presStyleCnt="16">
        <dgm:presLayoutVars>
          <dgm:chPref val="3"/>
        </dgm:presLayoutVars>
      </dgm:prSet>
      <dgm:spPr/>
    </dgm:pt>
    <dgm:pt modelId="{3EE11D3A-6325-445A-8473-4DE36FA15202}" type="pres">
      <dgm:prSet presAssocID="{B548254F-0D26-405A-AF56-4E588ECE991E}" presName="horzFour" presStyleCnt="0"/>
      <dgm:spPr/>
    </dgm:pt>
    <dgm:pt modelId="{0AAC3600-0CAA-4718-A11C-C01A5FE5A98C}" type="pres">
      <dgm:prSet presAssocID="{B261DE5A-3121-420C-8443-124779B899FC}" presName="sibSpaceThree" presStyleCnt="0"/>
      <dgm:spPr/>
    </dgm:pt>
    <dgm:pt modelId="{78E4DEDD-CDB6-405A-8301-9FFE88A117C5}" type="pres">
      <dgm:prSet presAssocID="{0B974163-CEA2-438E-9F2F-A1C7A39AEF3C}" presName="vertThree" presStyleCnt="0"/>
      <dgm:spPr/>
    </dgm:pt>
    <dgm:pt modelId="{6B1C706A-E791-40F3-B92E-EC6E340CD3E6}" type="pres">
      <dgm:prSet presAssocID="{0B974163-CEA2-438E-9F2F-A1C7A39AEF3C}" presName="txThree" presStyleLbl="node3" presStyleIdx="1" presStyleCnt="3" custScaleY="160654">
        <dgm:presLayoutVars>
          <dgm:chPref val="3"/>
        </dgm:presLayoutVars>
      </dgm:prSet>
      <dgm:spPr/>
    </dgm:pt>
    <dgm:pt modelId="{4CA16CDB-C7AA-4662-A856-F36EB2988E23}" type="pres">
      <dgm:prSet presAssocID="{0B974163-CEA2-438E-9F2F-A1C7A39AEF3C}" presName="parTransThree" presStyleCnt="0"/>
      <dgm:spPr/>
    </dgm:pt>
    <dgm:pt modelId="{0CA7FE4D-751D-4FFF-B572-8A68050E351A}" type="pres">
      <dgm:prSet presAssocID="{0B974163-CEA2-438E-9F2F-A1C7A39AEF3C}" presName="horzThree" presStyleCnt="0"/>
      <dgm:spPr/>
    </dgm:pt>
    <dgm:pt modelId="{FEDCF6FF-45E0-4EA8-8DD2-21A3533BA81F}" type="pres">
      <dgm:prSet presAssocID="{F9F16E0F-86DF-44BB-AF3C-E37D1E23F890}" presName="vertFour" presStyleCnt="0">
        <dgm:presLayoutVars>
          <dgm:chPref val="3"/>
        </dgm:presLayoutVars>
      </dgm:prSet>
      <dgm:spPr/>
    </dgm:pt>
    <dgm:pt modelId="{C35C7407-0A35-4D05-991E-24D1F2BC928C}" type="pres">
      <dgm:prSet presAssocID="{F9F16E0F-86DF-44BB-AF3C-E37D1E23F890}" presName="txFour" presStyleLbl="node4" presStyleIdx="4" presStyleCnt="16">
        <dgm:presLayoutVars>
          <dgm:chPref val="3"/>
        </dgm:presLayoutVars>
      </dgm:prSet>
      <dgm:spPr/>
    </dgm:pt>
    <dgm:pt modelId="{8DD84D55-16F1-460D-81CB-61047786C4D1}" type="pres">
      <dgm:prSet presAssocID="{F9F16E0F-86DF-44BB-AF3C-E37D1E23F890}" presName="parTransFour" presStyleCnt="0"/>
      <dgm:spPr/>
    </dgm:pt>
    <dgm:pt modelId="{025380CA-D794-4D4B-A450-2F38DF7D8AC0}" type="pres">
      <dgm:prSet presAssocID="{F9F16E0F-86DF-44BB-AF3C-E37D1E23F890}" presName="horzFour" presStyleCnt="0"/>
      <dgm:spPr/>
    </dgm:pt>
    <dgm:pt modelId="{6623C7FE-0BA2-436F-8012-34806D1A1321}" type="pres">
      <dgm:prSet presAssocID="{25FA127C-87A3-42A1-80C8-89F995682A08}" presName="vertFour" presStyleCnt="0">
        <dgm:presLayoutVars>
          <dgm:chPref val="3"/>
        </dgm:presLayoutVars>
      </dgm:prSet>
      <dgm:spPr/>
    </dgm:pt>
    <dgm:pt modelId="{1A998346-CEEB-4F14-ACBF-CC3EC1C5D1D0}" type="pres">
      <dgm:prSet presAssocID="{25FA127C-87A3-42A1-80C8-89F995682A08}" presName="txFour" presStyleLbl="node4" presStyleIdx="5" presStyleCnt="16">
        <dgm:presLayoutVars>
          <dgm:chPref val="3"/>
        </dgm:presLayoutVars>
      </dgm:prSet>
      <dgm:spPr/>
    </dgm:pt>
    <dgm:pt modelId="{FA12AEF2-F381-4FB1-A64A-3CEA8FF78F76}" type="pres">
      <dgm:prSet presAssocID="{25FA127C-87A3-42A1-80C8-89F995682A08}" presName="horzFour" presStyleCnt="0"/>
      <dgm:spPr/>
    </dgm:pt>
    <dgm:pt modelId="{60218145-4AA9-4C69-ABB2-CB60C705BC1B}" type="pres">
      <dgm:prSet presAssocID="{FEBA5137-D90A-4481-B171-6B7BEB15704D}" presName="sibSpaceFour" presStyleCnt="0"/>
      <dgm:spPr/>
    </dgm:pt>
    <dgm:pt modelId="{711B1818-2DB0-4BB3-900B-A50F6C451DCC}" type="pres">
      <dgm:prSet presAssocID="{13FDC758-9A66-4FFA-A479-3CF8FB83BFDF}" presName="vertFour" presStyleCnt="0">
        <dgm:presLayoutVars>
          <dgm:chPref val="3"/>
        </dgm:presLayoutVars>
      </dgm:prSet>
      <dgm:spPr/>
    </dgm:pt>
    <dgm:pt modelId="{0A9FD46E-6553-4CB1-AF38-449D53EAA4BE}" type="pres">
      <dgm:prSet presAssocID="{13FDC758-9A66-4FFA-A479-3CF8FB83BFDF}" presName="txFour" presStyleLbl="node4" presStyleIdx="6" presStyleCnt="16">
        <dgm:presLayoutVars>
          <dgm:chPref val="3"/>
        </dgm:presLayoutVars>
      </dgm:prSet>
      <dgm:spPr/>
    </dgm:pt>
    <dgm:pt modelId="{F856ECA0-E24F-449C-AE0B-D7B7D8C38B8C}" type="pres">
      <dgm:prSet presAssocID="{13FDC758-9A66-4FFA-A479-3CF8FB83BFDF}" presName="parTransFour" presStyleCnt="0"/>
      <dgm:spPr/>
    </dgm:pt>
    <dgm:pt modelId="{C7573E3B-708B-433F-BB24-868792F678D2}" type="pres">
      <dgm:prSet presAssocID="{13FDC758-9A66-4FFA-A479-3CF8FB83BFDF}" presName="horzFour" presStyleCnt="0"/>
      <dgm:spPr/>
    </dgm:pt>
    <dgm:pt modelId="{CDCD299B-5150-4BEF-A26A-C0CB7A308E7D}" type="pres">
      <dgm:prSet presAssocID="{41C89395-CD58-4A62-8760-C2E87084FDC8}" presName="vertFour" presStyleCnt="0">
        <dgm:presLayoutVars>
          <dgm:chPref val="3"/>
        </dgm:presLayoutVars>
      </dgm:prSet>
      <dgm:spPr/>
    </dgm:pt>
    <dgm:pt modelId="{C6062501-984E-46BF-99DD-B3A938E58769}" type="pres">
      <dgm:prSet presAssocID="{41C89395-CD58-4A62-8760-C2E87084FDC8}" presName="txFour" presStyleLbl="node4" presStyleIdx="7" presStyleCnt="16">
        <dgm:presLayoutVars>
          <dgm:chPref val="3"/>
        </dgm:presLayoutVars>
      </dgm:prSet>
      <dgm:spPr/>
    </dgm:pt>
    <dgm:pt modelId="{B7CB19DD-2978-4046-B464-F0798DC10EC0}" type="pres">
      <dgm:prSet presAssocID="{41C89395-CD58-4A62-8760-C2E87084FDC8}" presName="horzFour" presStyleCnt="0"/>
      <dgm:spPr/>
    </dgm:pt>
    <dgm:pt modelId="{B0154B5F-EE1F-4ED8-A902-B8720749ACE9}" type="pres">
      <dgm:prSet presAssocID="{D6E9A65E-5C07-4D29-B1BD-5159E3E6FFE7}" presName="sibSpaceFour" presStyleCnt="0"/>
      <dgm:spPr/>
    </dgm:pt>
    <dgm:pt modelId="{A96574D4-7366-4AF5-9B12-78E81322E18D}" type="pres">
      <dgm:prSet presAssocID="{F93D3593-8EE1-45A2-BF0C-20AD09D3D520}" presName="vertFour" presStyleCnt="0">
        <dgm:presLayoutVars>
          <dgm:chPref val="3"/>
        </dgm:presLayoutVars>
      </dgm:prSet>
      <dgm:spPr/>
    </dgm:pt>
    <dgm:pt modelId="{8C46C885-1840-47EA-A529-D9E7568B2BEF}" type="pres">
      <dgm:prSet presAssocID="{F93D3593-8EE1-45A2-BF0C-20AD09D3D520}" presName="txFour" presStyleLbl="node4" presStyleIdx="8" presStyleCnt="16">
        <dgm:presLayoutVars>
          <dgm:chPref val="3"/>
        </dgm:presLayoutVars>
      </dgm:prSet>
      <dgm:spPr/>
    </dgm:pt>
    <dgm:pt modelId="{195CADFB-DCBB-4DD9-951C-FED6C3A5312C}" type="pres">
      <dgm:prSet presAssocID="{F93D3593-8EE1-45A2-BF0C-20AD09D3D520}" presName="parTransFour" presStyleCnt="0"/>
      <dgm:spPr/>
    </dgm:pt>
    <dgm:pt modelId="{3AF94E66-4D05-4E3F-9AB3-E8E282B99F74}" type="pres">
      <dgm:prSet presAssocID="{F93D3593-8EE1-45A2-BF0C-20AD09D3D520}" presName="horzFour" presStyleCnt="0"/>
      <dgm:spPr/>
    </dgm:pt>
    <dgm:pt modelId="{AF73C325-864E-4DFD-9738-BB52E0962EFA}" type="pres">
      <dgm:prSet presAssocID="{CFCCFB80-1D6B-4245-AA01-A2BC1E161FFE}" presName="vertFour" presStyleCnt="0">
        <dgm:presLayoutVars>
          <dgm:chPref val="3"/>
        </dgm:presLayoutVars>
      </dgm:prSet>
      <dgm:spPr/>
    </dgm:pt>
    <dgm:pt modelId="{35100762-DAFB-4716-847A-DBCF3FC398B5}" type="pres">
      <dgm:prSet presAssocID="{CFCCFB80-1D6B-4245-AA01-A2BC1E161FFE}" presName="txFour" presStyleLbl="node4" presStyleIdx="9" presStyleCnt="16">
        <dgm:presLayoutVars>
          <dgm:chPref val="3"/>
        </dgm:presLayoutVars>
      </dgm:prSet>
      <dgm:spPr/>
    </dgm:pt>
    <dgm:pt modelId="{782F7AB7-CB4A-4E73-8009-98F42E728727}" type="pres">
      <dgm:prSet presAssocID="{CFCCFB80-1D6B-4245-AA01-A2BC1E161FFE}" presName="horzFour" presStyleCnt="0"/>
      <dgm:spPr/>
    </dgm:pt>
    <dgm:pt modelId="{21C1739F-0110-47E2-BEFB-29884DF8BBA0}" type="pres">
      <dgm:prSet presAssocID="{04110865-4F51-48D2-B8F6-9D308E769936}" presName="sibSpaceTwo" presStyleCnt="0"/>
      <dgm:spPr/>
    </dgm:pt>
    <dgm:pt modelId="{8D8650BD-84C4-4D07-9055-D9E214AFCBB3}" type="pres">
      <dgm:prSet presAssocID="{17484C3A-8B97-4A9A-8CD0-FB253F948CE6}" presName="vertTwo" presStyleCnt="0"/>
      <dgm:spPr/>
    </dgm:pt>
    <dgm:pt modelId="{B36C5D3E-8A66-46A9-9619-29C463BE858A}" type="pres">
      <dgm:prSet presAssocID="{17484C3A-8B97-4A9A-8CD0-FB253F948CE6}" presName="txTwo" presStyleLbl="node2" presStyleIdx="1" presStyleCnt="2" custScaleY="52774">
        <dgm:presLayoutVars>
          <dgm:chPref val="3"/>
        </dgm:presLayoutVars>
      </dgm:prSet>
      <dgm:spPr/>
    </dgm:pt>
    <dgm:pt modelId="{1BBA6785-B1F4-4A71-B2EB-6707E136B92D}" type="pres">
      <dgm:prSet presAssocID="{17484C3A-8B97-4A9A-8CD0-FB253F948CE6}" presName="parTransTwo" presStyleCnt="0"/>
      <dgm:spPr/>
    </dgm:pt>
    <dgm:pt modelId="{34B63BCF-1A22-4760-A5C0-26D73C20B6B1}" type="pres">
      <dgm:prSet presAssocID="{17484C3A-8B97-4A9A-8CD0-FB253F948CE6}" presName="horzTwo" presStyleCnt="0"/>
      <dgm:spPr/>
    </dgm:pt>
    <dgm:pt modelId="{023A2312-9638-412D-B898-1359F3AC6A75}" type="pres">
      <dgm:prSet presAssocID="{9D022969-6D09-44C8-ACF7-E29077B1CB11}" presName="vertThree" presStyleCnt="0"/>
      <dgm:spPr/>
    </dgm:pt>
    <dgm:pt modelId="{96DE08F3-7AF5-43A3-841F-3E467A743A0F}" type="pres">
      <dgm:prSet presAssocID="{9D022969-6D09-44C8-ACF7-E29077B1CB11}" presName="txThree" presStyleLbl="node3" presStyleIdx="2" presStyleCnt="3" custScaleY="160654">
        <dgm:presLayoutVars>
          <dgm:chPref val="3"/>
        </dgm:presLayoutVars>
      </dgm:prSet>
      <dgm:spPr/>
    </dgm:pt>
    <dgm:pt modelId="{A316852E-7F25-4F11-9457-3B8E616F7041}" type="pres">
      <dgm:prSet presAssocID="{9D022969-6D09-44C8-ACF7-E29077B1CB11}" presName="parTransThree" presStyleCnt="0"/>
      <dgm:spPr/>
    </dgm:pt>
    <dgm:pt modelId="{B659244F-413C-48DE-9FB8-5746BC34C8EE}" type="pres">
      <dgm:prSet presAssocID="{9D022969-6D09-44C8-ACF7-E29077B1CB11}" presName="horzThree" presStyleCnt="0"/>
      <dgm:spPr/>
    </dgm:pt>
    <dgm:pt modelId="{D9A3688D-439A-4804-B4E6-FECE2AEB6656}" type="pres">
      <dgm:prSet presAssocID="{B9379001-4559-4F9E-B154-E4044DC44664}" presName="vertFour" presStyleCnt="0">
        <dgm:presLayoutVars>
          <dgm:chPref val="3"/>
        </dgm:presLayoutVars>
      </dgm:prSet>
      <dgm:spPr/>
    </dgm:pt>
    <dgm:pt modelId="{7521016D-0331-4401-ACBA-C7CA96CE774E}" type="pres">
      <dgm:prSet presAssocID="{B9379001-4559-4F9E-B154-E4044DC44664}" presName="txFour" presStyleLbl="node4" presStyleIdx="10" presStyleCnt="16">
        <dgm:presLayoutVars>
          <dgm:chPref val="3"/>
        </dgm:presLayoutVars>
      </dgm:prSet>
      <dgm:spPr/>
    </dgm:pt>
    <dgm:pt modelId="{2B623C0B-D369-448E-AC23-9D4BFDF0BB8B}" type="pres">
      <dgm:prSet presAssocID="{B9379001-4559-4F9E-B154-E4044DC44664}" presName="parTransFour" presStyleCnt="0"/>
      <dgm:spPr/>
    </dgm:pt>
    <dgm:pt modelId="{6B6F4BB0-CB01-4DAB-8941-46D1D6C191DF}" type="pres">
      <dgm:prSet presAssocID="{B9379001-4559-4F9E-B154-E4044DC44664}" presName="horzFour" presStyleCnt="0"/>
      <dgm:spPr/>
    </dgm:pt>
    <dgm:pt modelId="{418003D8-C55D-4E06-A347-5D72A709FB50}" type="pres">
      <dgm:prSet presAssocID="{65242981-7EEE-44CC-AB32-FA73C216FB32}" presName="vertFour" presStyleCnt="0">
        <dgm:presLayoutVars>
          <dgm:chPref val="3"/>
        </dgm:presLayoutVars>
      </dgm:prSet>
      <dgm:spPr/>
    </dgm:pt>
    <dgm:pt modelId="{702169C3-24E0-4C0D-B1A8-594916488CD3}" type="pres">
      <dgm:prSet presAssocID="{65242981-7EEE-44CC-AB32-FA73C216FB32}" presName="txFour" presStyleLbl="node4" presStyleIdx="11" presStyleCnt="16">
        <dgm:presLayoutVars>
          <dgm:chPref val="3"/>
        </dgm:presLayoutVars>
      </dgm:prSet>
      <dgm:spPr/>
    </dgm:pt>
    <dgm:pt modelId="{EAD3DE9C-E66A-4666-B1B5-476B58F7115F}" type="pres">
      <dgm:prSet presAssocID="{65242981-7EEE-44CC-AB32-FA73C216FB32}" presName="horzFour" presStyleCnt="0"/>
      <dgm:spPr/>
    </dgm:pt>
    <dgm:pt modelId="{CBE6D7B6-957B-4E64-BDA2-D4AFBAB644D1}" type="pres">
      <dgm:prSet presAssocID="{282444CD-AA1A-42CE-A2B4-0F5068DE2547}" presName="sibSpaceFour" presStyleCnt="0"/>
      <dgm:spPr/>
    </dgm:pt>
    <dgm:pt modelId="{618808B8-E841-4396-87FE-3DA6736214EC}" type="pres">
      <dgm:prSet presAssocID="{2884826E-C54A-448F-8CB6-4A58B43EB4EB}" presName="vertFour" presStyleCnt="0">
        <dgm:presLayoutVars>
          <dgm:chPref val="3"/>
        </dgm:presLayoutVars>
      </dgm:prSet>
      <dgm:spPr/>
    </dgm:pt>
    <dgm:pt modelId="{D15BC29B-E0B5-4822-A229-59AD3FAF0641}" type="pres">
      <dgm:prSet presAssocID="{2884826E-C54A-448F-8CB6-4A58B43EB4EB}" presName="txFour" presStyleLbl="node4" presStyleIdx="12" presStyleCnt="16">
        <dgm:presLayoutVars>
          <dgm:chPref val="3"/>
        </dgm:presLayoutVars>
      </dgm:prSet>
      <dgm:spPr/>
    </dgm:pt>
    <dgm:pt modelId="{CE954E06-BF7B-4313-89BE-3C479F60BA15}" type="pres">
      <dgm:prSet presAssocID="{2884826E-C54A-448F-8CB6-4A58B43EB4EB}" presName="parTransFour" presStyleCnt="0"/>
      <dgm:spPr/>
    </dgm:pt>
    <dgm:pt modelId="{0EDFD278-546E-4594-90D4-CE223403960C}" type="pres">
      <dgm:prSet presAssocID="{2884826E-C54A-448F-8CB6-4A58B43EB4EB}" presName="horzFour" presStyleCnt="0"/>
      <dgm:spPr/>
    </dgm:pt>
    <dgm:pt modelId="{0096CA4D-9E8E-4190-9C77-55E18938D700}" type="pres">
      <dgm:prSet presAssocID="{80B97F84-C3F4-46FB-B044-A5CBDA701942}" presName="vertFour" presStyleCnt="0">
        <dgm:presLayoutVars>
          <dgm:chPref val="3"/>
        </dgm:presLayoutVars>
      </dgm:prSet>
      <dgm:spPr/>
    </dgm:pt>
    <dgm:pt modelId="{9C268088-CA27-4AFD-921B-D81EAC9D0E94}" type="pres">
      <dgm:prSet presAssocID="{80B97F84-C3F4-46FB-B044-A5CBDA701942}" presName="txFour" presStyleLbl="node4" presStyleIdx="13" presStyleCnt="16">
        <dgm:presLayoutVars>
          <dgm:chPref val="3"/>
        </dgm:presLayoutVars>
      </dgm:prSet>
      <dgm:spPr/>
    </dgm:pt>
    <dgm:pt modelId="{9D0ED989-70E5-47F7-846D-86E12CAA62ED}" type="pres">
      <dgm:prSet presAssocID="{80B97F84-C3F4-46FB-B044-A5CBDA701942}" presName="horzFour" presStyleCnt="0"/>
      <dgm:spPr/>
    </dgm:pt>
    <dgm:pt modelId="{CA32B4D3-4601-4F4E-BC6F-83437E675B7D}" type="pres">
      <dgm:prSet presAssocID="{40D2F377-14DC-48E1-B298-795A70D49284}" presName="sibSpaceFour" presStyleCnt="0"/>
      <dgm:spPr/>
    </dgm:pt>
    <dgm:pt modelId="{F71EFE6C-89D1-4F4F-B31F-8DB86B4610ED}" type="pres">
      <dgm:prSet presAssocID="{DBBE0372-85D5-482C-B8FE-FA92178A21F7}" presName="vertFour" presStyleCnt="0">
        <dgm:presLayoutVars>
          <dgm:chPref val="3"/>
        </dgm:presLayoutVars>
      </dgm:prSet>
      <dgm:spPr/>
    </dgm:pt>
    <dgm:pt modelId="{72483ECE-3490-4614-9C31-ACF954A99BEA}" type="pres">
      <dgm:prSet presAssocID="{DBBE0372-85D5-482C-B8FE-FA92178A21F7}" presName="txFour" presStyleLbl="node4" presStyleIdx="14" presStyleCnt="16">
        <dgm:presLayoutVars>
          <dgm:chPref val="3"/>
        </dgm:presLayoutVars>
      </dgm:prSet>
      <dgm:spPr/>
    </dgm:pt>
    <dgm:pt modelId="{05E01B8D-9A7C-4F86-BACD-68C02E8F3FCB}" type="pres">
      <dgm:prSet presAssocID="{DBBE0372-85D5-482C-B8FE-FA92178A21F7}" presName="parTransFour" presStyleCnt="0"/>
      <dgm:spPr/>
    </dgm:pt>
    <dgm:pt modelId="{15078D77-FCCE-48DA-BF25-6A64A1F81DE2}" type="pres">
      <dgm:prSet presAssocID="{DBBE0372-85D5-482C-B8FE-FA92178A21F7}" presName="horzFour" presStyleCnt="0"/>
      <dgm:spPr/>
    </dgm:pt>
    <dgm:pt modelId="{ABC9395D-8AA1-4407-BA84-CFE96A09C6AF}" type="pres">
      <dgm:prSet presAssocID="{0FCFA43D-CF1B-452A-8B16-EBED93B5F054}" presName="vertFour" presStyleCnt="0">
        <dgm:presLayoutVars>
          <dgm:chPref val="3"/>
        </dgm:presLayoutVars>
      </dgm:prSet>
      <dgm:spPr/>
    </dgm:pt>
    <dgm:pt modelId="{095615C8-9E93-41DE-8AC6-3E6FFE5ED783}" type="pres">
      <dgm:prSet presAssocID="{0FCFA43D-CF1B-452A-8B16-EBED93B5F054}" presName="txFour" presStyleLbl="node4" presStyleIdx="15" presStyleCnt="16">
        <dgm:presLayoutVars>
          <dgm:chPref val="3"/>
        </dgm:presLayoutVars>
      </dgm:prSet>
      <dgm:spPr/>
    </dgm:pt>
    <dgm:pt modelId="{38896E1C-479A-406A-AE24-F83F14AC7A03}" type="pres">
      <dgm:prSet presAssocID="{0FCFA43D-CF1B-452A-8B16-EBED93B5F054}" presName="horzFour" presStyleCnt="0"/>
      <dgm:spPr/>
    </dgm:pt>
  </dgm:ptLst>
  <dgm:cxnLst>
    <dgm:cxn modelId="{ADF3C503-FD3B-422A-8401-0316321F8714}" type="presOf" srcId="{65242981-7EEE-44CC-AB32-FA73C216FB32}" destId="{702169C3-24E0-4C0D-B1A8-594916488CD3}" srcOrd="0" destOrd="0" presId="urn:microsoft.com/office/officeart/2005/8/layout/hierarchy4"/>
    <dgm:cxn modelId="{9C164106-355A-463F-B533-6A76FF3A6984}" srcId="{4D257940-7857-417F-8321-F8434FD80A21}" destId="{2AF84F74-FA45-4535-9991-8D11085E0F11}" srcOrd="0" destOrd="0" parTransId="{4D9D4D03-68BB-4FE5-A0AC-B8B46D02F6B7}" sibTransId="{B261DE5A-3121-420C-8443-124779B899FC}"/>
    <dgm:cxn modelId="{F0B7B513-9134-47BD-BCE6-B7DBD5B70385}" type="presOf" srcId="{2AF84F74-FA45-4535-9991-8D11085E0F11}" destId="{3977DD27-3EE5-4869-8E56-73D1F028B417}" srcOrd="0" destOrd="0" presId="urn:microsoft.com/office/officeart/2005/8/layout/hierarchy4"/>
    <dgm:cxn modelId="{1D49D317-9EB2-41EE-AA7D-383D01BC2820}" type="presOf" srcId="{F93D3593-8EE1-45A2-BF0C-20AD09D3D520}" destId="{8C46C885-1840-47EA-A529-D9E7568B2BEF}" srcOrd="0" destOrd="0" presId="urn:microsoft.com/office/officeart/2005/8/layout/hierarchy4"/>
    <dgm:cxn modelId="{FA7C5920-8F83-4A48-AC02-1350FE07EA4D}" srcId="{F9F16E0F-86DF-44BB-AF3C-E37D1E23F890}" destId="{25FA127C-87A3-42A1-80C8-89F995682A08}" srcOrd="0" destOrd="0" parTransId="{A95E902D-73C5-4903-8AFA-3B5711F8BD16}" sibTransId="{519A761C-5FBE-401C-BB69-F13E9B1D16C9}"/>
    <dgm:cxn modelId="{B83C5723-EDBC-4044-B3B3-6E406ED88847}" type="presOf" srcId="{FC3CCAA5-D85C-48EB-879A-DD615E2A748F}" destId="{9227FB7D-49D7-4433-B2F0-C6B8AA7D2216}" srcOrd="0" destOrd="0" presId="urn:microsoft.com/office/officeart/2005/8/layout/hierarchy4"/>
    <dgm:cxn modelId="{33113524-3493-430D-A926-FA8656D97BD9}" type="presOf" srcId="{F10581E5-90C4-4CE7-AF47-9BF2C02F95D8}" destId="{C876DFD6-F16C-43B1-BA7F-8443C3FDE36F}" srcOrd="0" destOrd="0" presId="urn:microsoft.com/office/officeart/2005/8/layout/hierarchy4"/>
    <dgm:cxn modelId="{E91F052D-BCF2-4D3A-9996-C01D9051027D}" srcId="{2AF84F74-FA45-4535-9991-8D11085E0F11}" destId="{FC3CCAA5-D85C-48EB-879A-DD615E2A748F}" srcOrd="0" destOrd="0" parTransId="{6319A288-8CE4-4EB8-B6EC-71B247ABFB18}" sibTransId="{356A63AC-87BB-48BD-984A-7B66A1E1D2A7}"/>
    <dgm:cxn modelId="{C02A4230-FA3E-4253-A071-50BC2F6D80F6}" type="presOf" srcId="{D4D82ACA-6F10-4303-B2D4-5C138E3EE786}" destId="{45A2FA43-7D83-4C7C-9AC7-B80152780325}" srcOrd="0" destOrd="0" presId="urn:microsoft.com/office/officeart/2005/8/layout/hierarchy4"/>
    <dgm:cxn modelId="{9048B131-78DC-4012-B5F5-3CA00991E471}" srcId="{9D022969-6D09-44C8-ACF7-E29077B1CB11}" destId="{2884826E-C54A-448F-8CB6-4A58B43EB4EB}" srcOrd="1" destOrd="0" parTransId="{06866CB6-96F3-4023-A7CB-51A792BF293E}" sibTransId="{40D2F377-14DC-48E1-B298-795A70D49284}"/>
    <dgm:cxn modelId="{248CC931-FBEC-46CE-8161-76EEFC31999E}" srcId="{17484C3A-8B97-4A9A-8CD0-FB253F948CE6}" destId="{9D022969-6D09-44C8-ACF7-E29077B1CB11}" srcOrd="0" destOrd="0" parTransId="{86E7045C-8549-4D69-9E5A-277AF5619A71}" sibTransId="{D95BB4C4-D522-4065-9BE5-A21BEC3058BD}"/>
    <dgm:cxn modelId="{96219234-CDF4-44B1-AA7B-6952983EF453}" type="presOf" srcId="{9D022969-6D09-44C8-ACF7-E29077B1CB11}" destId="{96DE08F3-7AF5-43A3-841F-3E467A743A0F}" srcOrd="0" destOrd="0" presId="urn:microsoft.com/office/officeart/2005/8/layout/hierarchy4"/>
    <dgm:cxn modelId="{DEF81F5F-6CEF-4EEB-A437-6E3670932643}" srcId="{F10581E5-90C4-4CE7-AF47-9BF2C02F95D8}" destId="{9F4B2241-0EBA-4934-9B62-5590A005CBFE}" srcOrd="0" destOrd="0" parTransId="{ACF307B5-4AC2-414D-A728-C55BB4C15A81}" sibTransId="{08116642-DF56-40D0-BD0B-BA1C36277CE5}"/>
    <dgm:cxn modelId="{8ABC5364-69B2-4889-A3B4-0E57B97F637D}" srcId="{0B974163-CEA2-438E-9F2F-A1C7A39AEF3C}" destId="{F93D3593-8EE1-45A2-BF0C-20AD09D3D520}" srcOrd="2" destOrd="0" parTransId="{2E34B093-5C37-451F-9989-A5590BDC2E2B}" sibTransId="{D9593041-D927-4D33-A356-CC51C8D1839C}"/>
    <dgm:cxn modelId="{5D235849-66DF-475A-8A26-24C509EFDA36}" type="presOf" srcId="{13FDC758-9A66-4FFA-A479-3CF8FB83BFDF}" destId="{0A9FD46E-6553-4CB1-AF38-449D53EAA4BE}" srcOrd="0" destOrd="0" presId="urn:microsoft.com/office/officeart/2005/8/layout/hierarchy4"/>
    <dgm:cxn modelId="{81FDE74A-2927-4A7A-8FA3-33228AF2619B}" srcId="{9F4B2241-0EBA-4934-9B62-5590A005CBFE}" destId="{17484C3A-8B97-4A9A-8CD0-FB253F948CE6}" srcOrd="1" destOrd="0" parTransId="{DA621EED-7C87-4F53-8A6E-81FDB8DD3082}" sibTransId="{3F3303A6-FD1C-4C1A-BE91-4716CA263034}"/>
    <dgm:cxn modelId="{A65DEF4D-F7B1-41E0-8F3F-ED2A3EF43C26}" type="presOf" srcId="{DBBE0372-85D5-482C-B8FE-FA92178A21F7}" destId="{72483ECE-3490-4614-9C31-ACF954A99BEA}" srcOrd="0" destOrd="0" presId="urn:microsoft.com/office/officeart/2005/8/layout/hierarchy4"/>
    <dgm:cxn modelId="{2AB56D7B-B86A-4913-B262-C038E56DACE3}" srcId="{4D257940-7857-417F-8321-F8434FD80A21}" destId="{0B974163-CEA2-438E-9F2F-A1C7A39AEF3C}" srcOrd="1" destOrd="0" parTransId="{086A9CA7-A3C3-4A8D-B1D4-E7FCC736AC3B}" sibTransId="{1FB2600A-C9EE-4D95-9C0E-5EF1D7B3DD8D}"/>
    <dgm:cxn modelId="{D388667D-82F2-4B35-B824-AF23E9C3D22B}" type="presOf" srcId="{B548254F-0D26-405A-AF56-4E588ECE991E}" destId="{84D9BCD9-79A2-42B6-B46A-5CFA2CDF94DF}" srcOrd="0" destOrd="0" presId="urn:microsoft.com/office/officeart/2005/8/layout/hierarchy4"/>
    <dgm:cxn modelId="{D4F8F780-359B-4847-B682-99F84EEE5038}" type="presOf" srcId="{25FA127C-87A3-42A1-80C8-89F995682A08}" destId="{1A998346-CEEB-4F14-ACBF-CC3EC1C5D1D0}" srcOrd="0" destOrd="0" presId="urn:microsoft.com/office/officeart/2005/8/layout/hierarchy4"/>
    <dgm:cxn modelId="{22B6AC91-D012-4A83-888C-A379537C1B35}" type="presOf" srcId="{2884826E-C54A-448F-8CB6-4A58B43EB4EB}" destId="{D15BC29B-E0B5-4822-A229-59AD3FAF0641}" srcOrd="0" destOrd="0" presId="urn:microsoft.com/office/officeart/2005/8/layout/hierarchy4"/>
    <dgm:cxn modelId="{B80927A2-DB94-40E6-B552-E2FB461D944E}" srcId="{13FDC758-9A66-4FFA-A479-3CF8FB83BFDF}" destId="{41C89395-CD58-4A62-8760-C2E87084FDC8}" srcOrd="0" destOrd="0" parTransId="{9DB08458-7FF7-467B-B060-E63CA37F4D0C}" sibTransId="{3A057E08-AD33-4CE1-BCE2-29C3BB34DD1D}"/>
    <dgm:cxn modelId="{AF6693A2-C7B0-484E-B6D5-9D5B54ED2AE2}" srcId="{2AF84F74-FA45-4535-9991-8D11085E0F11}" destId="{E9A89CDA-7C91-4F92-B8E2-0FA2DC44FEE8}" srcOrd="1" destOrd="0" parTransId="{0B115DFF-051E-43E9-9281-4B4117AAF412}" sibTransId="{AE20B5D7-4308-409B-A6A1-88D349338383}"/>
    <dgm:cxn modelId="{974070AA-84C4-4E0E-A21A-4EEF4986A210}" srcId="{B9379001-4559-4F9E-B154-E4044DC44664}" destId="{65242981-7EEE-44CC-AB32-FA73C216FB32}" srcOrd="0" destOrd="0" parTransId="{9B259E80-DEE2-4A63-A5B3-DF3FA671925F}" sibTransId="{10B82B98-650A-466E-8FF8-5C459B82E823}"/>
    <dgm:cxn modelId="{CF6039B2-F419-4443-AAC9-212817283BD8}" srcId="{0B974163-CEA2-438E-9F2F-A1C7A39AEF3C}" destId="{13FDC758-9A66-4FFA-A479-3CF8FB83BFDF}" srcOrd="1" destOrd="0" parTransId="{BF459396-3061-47DF-A985-BCEA4F5AE1C7}" sibTransId="{D6E9A65E-5C07-4D29-B1BD-5159E3E6FFE7}"/>
    <dgm:cxn modelId="{A1D5DEBC-9842-4E9E-BCD8-DEE3DE2FF304}" srcId="{2884826E-C54A-448F-8CB6-4A58B43EB4EB}" destId="{80B97F84-C3F4-46FB-B044-A5CBDA701942}" srcOrd="0" destOrd="0" parTransId="{C5408583-A034-4712-80BD-D2890DF7B01F}" sibTransId="{88C14932-DEF5-41DB-9566-2EF6D07FFAC9}"/>
    <dgm:cxn modelId="{813EB8C5-E12A-428B-9E2B-BC2054671916}" type="presOf" srcId="{CFCCFB80-1D6B-4245-AA01-A2BC1E161FFE}" destId="{35100762-DAFB-4716-847A-DBCF3FC398B5}" srcOrd="0" destOrd="0" presId="urn:microsoft.com/office/officeart/2005/8/layout/hierarchy4"/>
    <dgm:cxn modelId="{E80AB5C8-3C8E-45D9-974F-80E04D001763}" srcId="{9D022969-6D09-44C8-ACF7-E29077B1CB11}" destId="{DBBE0372-85D5-482C-B8FE-FA92178A21F7}" srcOrd="2" destOrd="0" parTransId="{A9FF2B7D-A6CB-4357-90DD-B8A5B9A9670E}" sibTransId="{E623E431-D664-45ED-87CD-BF22626C56B4}"/>
    <dgm:cxn modelId="{1F6543C9-1DF4-4B14-9A38-46881E12946F}" type="presOf" srcId="{17484C3A-8B97-4A9A-8CD0-FB253F948CE6}" destId="{B36C5D3E-8A66-46A9-9619-29C463BE858A}" srcOrd="0" destOrd="0" presId="urn:microsoft.com/office/officeart/2005/8/layout/hierarchy4"/>
    <dgm:cxn modelId="{7D5C5DCA-F077-4B8A-813B-7591F3F64139}" srcId="{DBBE0372-85D5-482C-B8FE-FA92178A21F7}" destId="{0FCFA43D-CF1B-452A-8B16-EBED93B5F054}" srcOrd="0" destOrd="0" parTransId="{39C06263-BBCD-4538-B996-22CAE7C42650}" sibTransId="{34DBC5A3-0DAF-4A05-9246-E0782D44C9AE}"/>
    <dgm:cxn modelId="{23F9C1CA-CE8E-4D50-B4C9-E19CEFA67CFD}" type="presOf" srcId="{9F4B2241-0EBA-4934-9B62-5590A005CBFE}" destId="{1C6264E2-139B-4587-B6BB-C24FC7A59824}" srcOrd="0" destOrd="0" presId="urn:microsoft.com/office/officeart/2005/8/layout/hierarchy4"/>
    <dgm:cxn modelId="{3F481DCD-1FA1-4771-B8FE-E5A7169585E0}" type="presOf" srcId="{E9A89CDA-7C91-4F92-B8E2-0FA2DC44FEE8}" destId="{AB1F799C-6426-47B7-B8C4-37A4212A54A6}" srcOrd="0" destOrd="0" presId="urn:microsoft.com/office/officeart/2005/8/layout/hierarchy4"/>
    <dgm:cxn modelId="{E25EBCCD-ACE5-4026-AF02-1306FF76B4C8}" srcId="{0B974163-CEA2-438E-9F2F-A1C7A39AEF3C}" destId="{F9F16E0F-86DF-44BB-AF3C-E37D1E23F890}" srcOrd="0" destOrd="0" parTransId="{DBEC00A6-B8DC-4ABB-B256-3337715D8481}" sibTransId="{FEBA5137-D90A-4481-B171-6B7BEB15704D}"/>
    <dgm:cxn modelId="{57FD65CE-EBCB-4A8A-8A1B-759AD3A53BF1}" srcId="{E9A89CDA-7C91-4F92-B8E2-0FA2DC44FEE8}" destId="{B548254F-0D26-405A-AF56-4E588ECE991E}" srcOrd="0" destOrd="0" parTransId="{5E18AC9A-6F8E-41E2-A758-69C6BEC76770}" sibTransId="{4A365741-F3F1-4E96-AC0A-67419013F6FD}"/>
    <dgm:cxn modelId="{70FF79DA-36B8-4167-AC58-2A5A83CFB068}" type="presOf" srcId="{0FCFA43D-CF1B-452A-8B16-EBED93B5F054}" destId="{095615C8-9E93-41DE-8AC6-3E6FFE5ED783}" srcOrd="0" destOrd="0" presId="urn:microsoft.com/office/officeart/2005/8/layout/hierarchy4"/>
    <dgm:cxn modelId="{3632B5DB-DC31-4C1E-A7FF-5CD3162C9913}" srcId="{FC3CCAA5-D85C-48EB-879A-DD615E2A748F}" destId="{D4D82ACA-6F10-4303-B2D4-5C138E3EE786}" srcOrd="0" destOrd="0" parTransId="{0954EC29-A60A-4B84-AFD4-B2E7574FC0C5}" sibTransId="{E83692AA-340F-43CD-9635-266CA21E8883}"/>
    <dgm:cxn modelId="{A2E9E1E1-BB7D-41F6-8D6C-C4E95181076C}" type="presOf" srcId="{4D257940-7857-417F-8321-F8434FD80A21}" destId="{996C825B-B69A-4234-8CA9-4D268B643EF0}" srcOrd="0" destOrd="0" presId="urn:microsoft.com/office/officeart/2005/8/layout/hierarchy4"/>
    <dgm:cxn modelId="{920BBFE8-DD76-4B08-A7AA-4A83A89F670F}" type="presOf" srcId="{F9F16E0F-86DF-44BB-AF3C-E37D1E23F890}" destId="{C35C7407-0A35-4D05-991E-24D1F2BC928C}" srcOrd="0" destOrd="0" presId="urn:microsoft.com/office/officeart/2005/8/layout/hierarchy4"/>
    <dgm:cxn modelId="{D68807ED-626F-4B3A-A3F5-585EF318278E}" type="presOf" srcId="{0B974163-CEA2-438E-9F2F-A1C7A39AEF3C}" destId="{6B1C706A-E791-40F3-B92E-EC6E340CD3E6}" srcOrd="0" destOrd="0" presId="urn:microsoft.com/office/officeart/2005/8/layout/hierarchy4"/>
    <dgm:cxn modelId="{F4DAFDEE-E958-48D6-9FDB-E02EDC9B859D}" type="presOf" srcId="{80B97F84-C3F4-46FB-B044-A5CBDA701942}" destId="{9C268088-CA27-4AFD-921B-D81EAC9D0E94}" srcOrd="0" destOrd="0" presId="urn:microsoft.com/office/officeart/2005/8/layout/hierarchy4"/>
    <dgm:cxn modelId="{88759FF1-FBE7-4D3F-AE2D-4E22A3B19421}" srcId="{9F4B2241-0EBA-4934-9B62-5590A005CBFE}" destId="{4D257940-7857-417F-8321-F8434FD80A21}" srcOrd="0" destOrd="0" parTransId="{7BFE76B3-11CE-471A-92C6-E7D62C126CA0}" sibTransId="{04110865-4F51-48D2-B8F6-9D308E769936}"/>
    <dgm:cxn modelId="{CF37D5F1-6C0B-422E-A5CE-E90210EFC477}" srcId="{9D022969-6D09-44C8-ACF7-E29077B1CB11}" destId="{B9379001-4559-4F9E-B154-E4044DC44664}" srcOrd="0" destOrd="0" parTransId="{FF8BB5CF-17F3-47CA-9873-F99CB2914DB6}" sibTransId="{282444CD-AA1A-42CE-A2B4-0F5068DE2547}"/>
    <dgm:cxn modelId="{E3936AF2-6F72-469E-BC22-16C476EE81FF}" type="presOf" srcId="{41C89395-CD58-4A62-8760-C2E87084FDC8}" destId="{C6062501-984E-46BF-99DD-B3A938E58769}" srcOrd="0" destOrd="0" presId="urn:microsoft.com/office/officeart/2005/8/layout/hierarchy4"/>
    <dgm:cxn modelId="{CD821DF3-7B53-4CAB-B297-ABF3181CC97E}" srcId="{F93D3593-8EE1-45A2-BF0C-20AD09D3D520}" destId="{CFCCFB80-1D6B-4245-AA01-A2BC1E161FFE}" srcOrd="0" destOrd="0" parTransId="{F39D1EA3-1440-4113-84F4-676653617866}" sibTransId="{1F9CE8B0-6410-46AF-9069-7D4C4B406CE7}"/>
    <dgm:cxn modelId="{9CD0F0FC-18C7-4568-A3DB-77963515C98A}" type="presOf" srcId="{B9379001-4559-4F9E-B154-E4044DC44664}" destId="{7521016D-0331-4401-ACBA-C7CA96CE774E}" srcOrd="0" destOrd="0" presId="urn:microsoft.com/office/officeart/2005/8/layout/hierarchy4"/>
    <dgm:cxn modelId="{864F1ACD-964F-4396-8080-8BE88BB590C3}" type="presParOf" srcId="{C876DFD6-F16C-43B1-BA7F-8443C3FDE36F}" destId="{B40D17EE-B22C-4F42-838A-87AED894885C}" srcOrd="0" destOrd="0" presId="urn:microsoft.com/office/officeart/2005/8/layout/hierarchy4"/>
    <dgm:cxn modelId="{7BA75227-3157-4E46-BF75-B8D5861DFF89}" type="presParOf" srcId="{B40D17EE-B22C-4F42-838A-87AED894885C}" destId="{1C6264E2-139B-4587-B6BB-C24FC7A59824}" srcOrd="0" destOrd="0" presId="urn:microsoft.com/office/officeart/2005/8/layout/hierarchy4"/>
    <dgm:cxn modelId="{A44A6B48-55E4-4800-B5C4-3DE9AFF56894}" type="presParOf" srcId="{B40D17EE-B22C-4F42-838A-87AED894885C}" destId="{98831141-1E57-4F04-9A72-E4EA0CCCD589}" srcOrd="1" destOrd="0" presId="urn:microsoft.com/office/officeart/2005/8/layout/hierarchy4"/>
    <dgm:cxn modelId="{47C1990E-8CA7-44A1-8D70-FD661D579BE1}" type="presParOf" srcId="{B40D17EE-B22C-4F42-838A-87AED894885C}" destId="{D3AD237B-2A36-45BC-97BC-5A10322FD8CD}" srcOrd="2" destOrd="0" presId="urn:microsoft.com/office/officeart/2005/8/layout/hierarchy4"/>
    <dgm:cxn modelId="{7068D9C5-59BE-49DD-9A18-97F7427E435D}" type="presParOf" srcId="{D3AD237B-2A36-45BC-97BC-5A10322FD8CD}" destId="{DEE1C105-076F-45E3-9752-0934AB0B7915}" srcOrd="0" destOrd="0" presId="urn:microsoft.com/office/officeart/2005/8/layout/hierarchy4"/>
    <dgm:cxn modelId="{BD2FADF0-C687-4300-AA65-06FF154E795A}" type="presParOf" srcId="{DEE1C105-076F-45E3-9752-0934AB0B7915}" destId="{996C825B-B69A-4234-8CA9-4D268B643EF0}" srcOrd="0" destOrd="0" presId="urn:microsoft.com/office/officeart/2005/8/layout/hierarchy4"/>
    <dgm:cxn modelId="{2C2D9AAF-9A34-41A5-8B03-87CECA17285F}" type="presParOf" srcId="{DEE1C105-076F-45E3-9752-0934AB0B7915}" destId="{3DEB1F78-5C53-45EA-9137-8668D3E98240}" srcOrd="1" destOrd="0" presId="urn:microsoft.com/office/officeart/2005/8/layout/hierarchy4"/>
    <dgm:cxn modelId="{BAA41ACC-A166-405B-9EF8-E15914D51F62}" type="presParOf" srcId="{DEE1C105-076F-45E3-9752-0934AB0B7915}" destId="{04BE0862-994A-4AFA-9E3A-C2744B8D3349}" srcOrd="2" destOrd="0" presId="urn:microsoft.com/office/officeart/2005/8/layout/hierarchy4"/>
    <dgm:cxn modelId="{A1D7B4A5-D578-4615-B444-711216E95C48}" type="presParOf" srcId="{04BE0862-994A-4AFA-9E3A-C2744B8D3349}" destId="{A1699E50-93A1-4225-B20B-E63C6D107387}" srcOrd="0" destOrd="0" presId="urn:microsoft.com/office/officeart/2005/8/layout/hierarchy4"/>
    <dgm:cxn modelId="{6780A70D-06CF-43B6-B5C2-A0B00FD3F14A}" type="presParOf" srcId="{A1699E50-93A1-4225-B20B-E63C6D107387}" destId="{3977DD27-3EE5-4869-8E56-73D1F028B417}" srcOrd="0" destOrd="0" presId="urn:microsoft.com/office/officeart/2005/8/layout/hierarchy4"/>
    <dgm:cxn modelId="{2521DE87-5EB3-42B2-84D8-331C5E304243}" type="presParOf" srcId="{A1699E50-93A1-4225-B20B-E63C6D107387}" destId="{00A9E8E5-94C0-4282-83DF-E7BFC72A07D4}" srcOrd="1" destOrd="0" presId="urn:microsoft.com/office/officeart/2005/8/layout/hierarchy4"/>
    <dgm:cxn modelId="{694190B4-4281-448D-980B-9AA7D1398FAE}" type="presParOf" srcId="{A1699E50-93A1-4225-B20B-E63C6D107387}" destId="{64334C1C-2927-48E8-B0B4-D87B4850A57C}" srcOrd="2" destOrd="0" presId="urn:microsoft.com/office/officeart/2005/8/layout/hierarchy4"/>
    <dgm:cxn modelId="{ECA3F51E-38E2-464B-BD5D-C14AA6AD278F}" type="presParOf" srcId="{64334C1C-2927-48E8-B0B4-D87B4850A57C}" destId="{FB8E0F9A-3BE3-4B65-BAD4-3ACDA8A29235}" srcOrd="0" destOrd="0" presId="urn:microsoft.com/office/officeart/2005/8/layout/hierarchy4"/>
    <dgm:cxn modelId="{D902184F-21DC-41AE-9C3E-1E0B31E5BC6C}" type="presParOf" srcId="{FB8E0F9A-3BE3-4B65-BAD4-3ACDA8A29235}" destId="{9227FB7D-49D7-4433-B2F0-C6B8AA7D2216}" srcOrd="0" destOrd="0" presId="urn:microsoft.com/office/officeart/2005/8/layout/hierarchy4"/>
    <dgm:cxn modelId="{DC3A08E8-058C-49A9-B4A7-6B65FF7C37C9}" type="presParOf" srcId="{FB8E0F9A-3BE3-4B65-BAD4-3ACDA8A29235}" destId="{A3326536-F11B-4301-B783-76F2D6B3D913}" srcOrd="1" destOrd="0" presId="urn:microsoft.com/office/officeart/2005/8/layout/hierarchy4"/>
    <dgm:cxn modelId="{0595C58C-1068-4E1D-B38B-97A6742C17B1}" type="presParOf" srcId="{FB8E0F9A-3BE3-4B65-BAD4-3ACDA8A29235}" destId="{FEC811F4-CD05-4E3C-93C0-C436C268B3A3}" srcOrd="2" destOrd="0" presId="urn:microsoft.com/office/officeart/2005/8/layout/hierarchy4"/>
    <dgm:cxn modelId="{24EA004E-1080-42B9-A1BE-9ADD8EA7FAFF}" type="presParOf" srcId="{FEC811F4-CD05-4E3C-93C0-C436C268B3A3}" destId="{DBC2CDB3-2213-46E2-97D3-6EE474839B9E}" srcOrd="0" destOrd="0" presId="urn:microsoft.com/office/officeart/2005/8/layout/hierarchy4"/>
    <dgm:cxn modelId="{797BABC7-BB5B-460D-8FDB-423C39904C57}" type="presParOf" srcId="{DBC2CDB3-2213-46E2-97D3-6EE474839B9E}" destId="{45A2FA43-7D83-4C7C-9AC7-B80152780325}" srcOrd="0" destOrd="0" presId="urn:microsoft.com/office/officeart/2005/8/layout/hierarchy4"/>
    <dgm:cxn modelId="{BEF6F4C0-ECEE-4D32-AC42-144C35D292D4}" type="presParOf" srcId="{DBC2CDB3-2213-46E2-97D3-6EE474839B9E}" destId="{C6643903-9DB1-44F7-93F7-F31009ADB0A5}" srcOrd="1" destOrd="0" presId="urn:microsoft.com/office/officeart/2005/8/layout/hierarchy4"/>
    <dgm:cxn modelId="{6CC2936A-ABCE-4417-8175-9C3F7C5AD052}" type="presParOf" srcId="{64334C1C-2927-48E8-B0B4-D87B4850A57C}" destId="{5C1336D3-1E0B-462E-8785-96B791CC3C40}" srcOrd="1" destOrd="0" presId="urn:microsoft.com/office/officeart/2005/8/layout/hierarchy4"/>
    <dgm:cxn modelId="{FEDCFC39-0E44-498C-B3EF-0433175A614E}" type="presParOf" srcId="{64334C1C-2927-48E8-B0B4-D87B4850A57C}" destId="{D4513B6B-4159-4443-877D-2C1785C7EA3D}" srcOrd="2" destOrd="0" presId="urn:microsoft.com/office/officeart/2005/8/layout/hierarchy4"/>
    <dgm:cxn modelId="{51132B28-C027-4251-AE5F-0799979AE21C}" type="presParOf" srcId="{D4513B6B-4159-4443-877D-2C1785C7EA3D}" destId="{AB1F799C-6426-47B7-B8C4-37A4212A54A6}" srcOrd="0" destOrd="0" presId="urn:microsoft.com/office/officeart/2005/8/layout/hierarchy4"/>
    <dgm:cxn modelId="{D030BFB8-11F6-46EE-87B4-609200856FBD}" type="presParOf" srcId="{D4513B6B-4159-4443-877D-2C1785C7EA3D}" destId="{49A29782-6D76-4550-803F-73FEE49483B2}" srcOrd="1" destOrd="0" presId="urn:microsoft.com/office/officeart/2005/8/layout/hierarchy4"/>
    <dgm:cxn modelId="{BCF50B0E-951B-4FEB-B69D-9EFC895F853D}" type="presParOf" srcId="{D4513B6B-4159-4443-877D-2C1785C7EA3D}" destId="{E0117347-CD70-4299-846F-5CCBACF84AED}" srcOrd="2" destOrd="0" presId="urn:microsoft.com/office/officeart/2005/8/layout/hierarchy4"/>
    <dgm:cxn modelId="{9920B48B-C3DD-480A-B6DB-6D60446750FE}" type="presParOf" srcId="{E0117347-CD70-4299-846F-5CCBACF84AED}" destId="{5F2AC036-0C75-4936-A876-E2884EFC9559}" srcOrd="0" destOrd="0" presId="urn:microsoft.com/office/officeart/2005/8/layout/hierarchy4"/>
    <dgm:cxn modelId="{5A9A2EA7-26B1-4231-8D43-0DE047C1AC6F}" type="presParOf" srcId="{5F2AC036-0C75-4936-A876-E2884EFC9559}" destId="{84D9BCD9-79A2-42B6-B46A-5CFA2CDF94DF}" srcOrd="0" destOrd="0" presId="urn:microsoft.com/office/officeart/2005/8/layout/hierarchy4"/>
    <dgm:cxn modelId="{63A77ED1-D056-4D56-9577-98949F0958F1}" type="presParOf" srcId="{5F2AC036-0C75-4936-A876-E2884EFC9559}" destId="{3EE11D3A-6325-445A-8473-4DE36FA15202}" srcOrd="1" destOrd="0" presId="urn:microsoft.com/office/officeart/2005/8/layout/hierarchy4"/>
    <dgm:cxn modelId="{4AD554D6-EA73-4E8E-B307-C832ABD92744}" type="presParOf" srcId="{04BE0862-994A-4AFA-9E3A-C2744B8D3349}" destId="{0AAC3600-0CAA-4718-A11C-C01A5FE5A98C}" srcOrd="1" destOrd="0" presId="urn:microsoft.com/office/officeart/2005/8/layout/hierarchy4"/>
    <dgm:cxn modelId="{505400F5-2A9D-4491-B751-A81CA6A22194}" type="presParOf" srcId="{04BE0862-994A-4AFA-9E3A-C2744B8D3349}" destId="{78E4DEDD-CDB6-405A-8301-9FFE88A117C5}" srcOrd="2" destOrd="0" presId="urn:microsoft.com/office/officeart/2005/8/layout/hierarchy4"/>
    <dgm:cxn modelId="{0044C9AD-7802-4837-BAB9-058887C922F4}" type="presParOf" srcId="{78E4DEDD-CDB6-405A-8301-9FFE88A117C5}" destId="{6B1C706A-E791-40F3-B92E-EC6E340CD3E6}" srcOrd="0" destOrd="0" presId="urn:microsoft.com/office/officeart/2005/8/layout/hierarchy4"/>
    <dgm:cxn modelId="{D6EEF9BD-C95C-4AF0-862F-8F3889F8901B}" type="presParOf" srcId="{78E4DEDD-CDB6-405A-8301-9FFE88A117C5}" destId="{4CA16CDB-C7AA-4662-A856-F36EB2988E23}" srcOrd="1" destOrd="0" presId="urn:microsoft.com/office/officeart/2005/8/layout/hierarchy4"/>
    <dgm:cxn modelId="{C71CF7FC-7F0F-4306-AB0A-15F604153EF4}" type="presParOf" srcId="{78E4DEDD-CDB6-405A-8301-9FFE88A117C5}" destId="{0CA7FE4D-751D-4FFF-B572-8A68050E351A}" srcOrd="2" destOrd="0" presId="urn:microsoft.com/office/officeart/2005/8/layout/hierarchy4"/>
    <dgm:cxn modelId="{F97AA28A-B4EB-4EDF-A86E-2F9BA55AB230}" type="presParOf" srcId="{0CA7FE4D-751D-4FFF-B572-8A68050E351A}" destId="{FEDCF6FF-45E0-4EA8-8DD2-21A3533BA81F}" srcOrd="0" destOrd="0" presId="urn:microsoft.com/office/officeart/2005/8/layout/hierarchy4"/>
    <dgm:cxn modelId="{4EEC2310-3440-486A-8134-F4F43A3A83B6}" type="presParOf" srcId="{FEDCF6FF-45E0-4EA8-8DD2-21A3533BA81F}" destId="{C35C7407-0A35-4D05-991E-24D1F2BC928C}" srcOrd="0" destOrd="0" presId="urn:microsoft.com/office/officeart/2005/8/layout/hierarchy4"/>
    <dgm:cxn modelId="{F26E0715-16D2-43D1-B952-EEA6D5BB3D2C}" type="presParOf" srcId="{FEDCF6FF-45E0-4EA8-8DD2-21A3533BA81F}" destId="{8DD84D55-16F1-460D-81CB-61047786C4D1}" srcOrd="1" destOrd="0" presId="urn:microsoft.com/office/officeart/2005/8/layout/hierarchy4"/>
    <dgm:cxn modelId="{E8C2B3AF-CB0E-4119-9B26-010AF987C7C9}" type="presParOf" srcId="{FEDCF6FF-45E0-4EA8-8DD2-21A3533BA81F}" destId="{025380CA-D794-4D4B-A450-2F38DF7D8AC0}" srcOrd="2" destOrd="0" presId="urn:microsoft.com/office/officeart/2005/8/layout/hierarchy4"/>
    <dgm:cxn modelId="{5F1834F2-009A-4899-8DAB-1B12BF6FBB82}" type="presParOf" srcId="{025380CA-D794-4D4B-A450-2F38DF7D8AC0}" destId="{6623C7FE-0BA2-436F-8012-34806D1A1321}" srcOrd="0" destOrd="0" presId="urn:microsoft.com/office/officeart/2005/8/layout/hierarchy4"/>
    <dgm:cxn modelId="{29265FFC-CA24-49F8-ACD6-475521356901}" type="presParOf" srcId="{6623C7FE-0BA2-436F-8012-34806D1A1321}" destId="{1A998346-CEEB-4F14-ACBF-CC3EC1C5D1D0}" srcOrd="0" destOrd="0" presId="urn:microsoft.com/office/officeart/2005/8/layout/hierarchy4"/>
    <dgm:cxn modelId="{E0423485-DEE6-4DC2-910D-79A1E7058ABC}" type="presParOf" srcId="{6623C7FE-0BA2-436F-8012-34806D1A1321}" destId="{FA12AEF2-F381-4FB1-A64A-3CEA8FF78F76}" srcOrd="1" destOrd="0" presId="urn:microsoft.com/office/officeart/2005/8/layout/hierarchy4"/>
    <dgm:cxn modelId="{F5A06308-43CD-49F8-AFBE-042AA66FB0EE}" type="presParOf" srcId="{0CA7FE4D-751D-4FFF-B572-8A68050E351A}" destId="{60218145-4AA9-4C69-ABB2-CB60C705BC1B}" srcOrd="1" destOrd="0" presId="urn:microsoft.com/office/officeart/2005/8/layout/hierarchy4"/>
    <dgm:cxn modelId="{E3319753-AA94-46DA-934A-110A4705987F}" type="presParOf" srcId="{0CA7FE4D-751D-4FFF-B572-8A68050E351A}" destId="{711B1818-2DB0-4BB3-900B-A50F6C451DCC}" srcOrd="2" destOrd="0" presId="urn:microsoft.com/office/officeart/2005/8/layout/hierarchy4"/>
    <dgm:cxn modelId="{F6384682-05EC-4B67-9E60-B270EFA912DF}" type="presParOf" srcId="{711B1818-2DB0-4BB3-900B-A50F6C451DCC}" destId="{0A9FD46E-6553-4CB1-AF38-449D53EAA4BE}" srcOrd="0" destOrd="0" presId="urn:microsoft.com/office/officeart/2005/8/layout/hierarchy4"/>
    <dgm:cxn modelId="{956EB18D-0240-42F0-A0EB-0969042745F0}" type="presParOf" srcId="{711B1818-2DB0-4BB3-900B-A50F6C451DCC}" destId="{F856ECA0-E24F-449C-AE0B-D7B7D8C38B8C}" srcOrd="1" destOrd="0" presId="urn:microsoft.com/office/officeart/2005/8/layout/hierarchy4"/>
    <dgm:cxn modelId="{1326D36E-6428-4E95-A6B1-170D72D75A7B}" type="presParOf" srcId="{711B1818-2DB0-4BB3-900B-A50F6C451DCC}" destId="{C7573E3B-708B-433F-BB24-868792F678D2}" srcOrd="2" destOrd="0" presId="urn:microsoft.com/office/officeart/2005/8/layout/hierarchy4"/>
    <dgm:cxn modelId="{650937E2-DB12-44AC-930E-7E91B896E983}" type="presParOf" srcId="{C7573E3B-708B-433F-BB24-868792F678D2}" destId="{CDCD299B-5150-4BEF-A26A-C0CB7A308E7D}" srcOrd="0" destOrd="0" presId="urn:microsoft.com/office/officeart/2005/8/layout/hierarchy4"/>
    <dgm:cxn modelId="{47EF9DDE-0B24-4FCF-8023-3BD5E96848CB}" type="presParOf" srcId="{CDCD299B-5150-4BEF-A26A-C0CB7A308E7D}" destId="{C6062501-984E-46BF-99DD-B3A938E58769}" srcOrd="0" destOrd="0" presId="urn:microsoft.com/office/officeart/2005/8/layout/hierarchy4"/>
    <dgm:cxn modelId="{501659AF-F08F-48E0-81EB-F729C7361193}" type="presParOf" srcId="{CDCD299B-5150-4BEF-A26A-C0CB7A308E7D}" destId="{B7CB19DD-2978-4046-B464-F0798DC10EC0}" srcOrd="1" destOrd="0" presId="urn:microsoft.com/office/officeart/2005/8/layout/hierarchy4"/>
    <dgm:cxn modelId="{CC7CAB9D-1ED5-42B1-9224-43699D33E475}" type="presParOf" srcId="{0CA7FE4D-751D-4FFF-B572-8A68050E351A}" destId="{B0154B5F-EE1F-4ED8-A902-B8720749ACE9}" srcOrd="3" destOrd="0" presId="urn:microsoft.com/office/officeart/2005/8/layout/hierarchy4"/>
    <dgm:cxn modelId="{AFB78DAD-E59A-42A1-AFD7-21AF56E93E0D}" type="presParOf" srcId="{0CA7FE4D-751D-4FFF-B572-8A68050E351A}" destId="{A96574D4-7366-4AF5-9B12-78E81322E18D}" srcOrd="4" destOrd="0" presId="urn:microsoft.com/office/officeart/2005/8/layout/hierarchy4"/>
    <dgm:cxn modelId="{A56090C7-ED7B-4204-87FA-BDD2236F7961}" type="presParOf" srcId="{A96574D4-7366-4AF5-9B12-78E81322E18D}" destId="{8C46C885-1840-47EA-A529-D9E7568B2BEF}" srcOrd="0" destOrd="0" presId="urn:microsoft.com/office/officeart/2005/8/layout/hierarchy4"/>
    <dgm:cxn modelId="{21B71487-3EAD-4225-B332-B595765D7FAB}" type="presParOf" srcId="{A96574D4-7366-4AF5-9B12-78E81322E18D}" destId="{195CADFB-DCBB-4DD9-951C-FED6C3A5312C}" srcOrd="1" destOrd="0" presId="urn:microsoft.com/office/officeart/2005/8/layout/hierarchy4"/>
    <dgm:cxn modelId="{8A9869B8-6C87-435D-8733-FF755C10BAEA}" type="presParOf" srcId="{A96574D4-7366-4AF5-9B12-78E81322E18D}" destId="{3AF94E66-4D05-4E3F-9AB3-E8E282B99F74}" srcOrd="2" destOrd="0" presId="urn:microsoft.com/office/officeart/2005/8/layout/hierarchy4"/>
    <dgm:cxn modelId="{D11DE133-DF50-4ABF-9332-C9E6BB4903A3}" type="presParOf" srcId="{3AF94E66-4D05-4E3F-9AB3-E8E282B99F74}" destId="{AF73C325-864E-4DFD-9738-BB52E0962EFA}" srcOrd="0" destOrd="0" presId="urn:microsoft.com/office/officeart/2005/8/layout/hierarchy4"/>
    <dgm:cxn modelId="{C7A2D897-6157-4125-BD0A-6972E2623C05}" type="presParOf" srcId="{AF73C325-864E-4DFD-9738-BB52E0962EFA}" destId="{35100762-DAFB-4716-847A-DBCF3FC398B5}" srcOrd="0" destOrd="0" presId="urn:microsoft.com/office/officeart/2005/8/layout/hierarchy4"/>
    <dgm:cxn modelId="{2390D034-B0C7-4E1B-91F1-A083FB190A23}" type="presParOf" srcId="{AF73C325-864E-4DFD-9738-BB52E0962EFA}" destId="{782F7AB7-CB4A-4E73-8009-98F42E728727}" srcOrd="1" destOrd="0" presId="urn:microsoft.com/office/officeart/2005/8/layout/hierarchy4"/>
    <dgm:cxn modelId="{E76D530C-E553-4906-AFD1-1B6399018C9D}" type="presParOf" srcId="{D3AD237B-2A36-45BC-97BC-5A10322FD8CD}" destId="{21C1739F-0110-47E2-BEFB-29884DF8BBA0}" srcOrd="1" destOrd="0" presId="urn:microsoft.com/office/officeart/2005/8/layout/hierarchy4"/>
    <dgm:cxn modelId="{EFFF5E22-66C4-4399-B00D-195BE957BA08}" type="presParOf" srcId="{D3AD237B-2A36-45BC-97BC-5A10322FD8CD}" destId="{8D8650BD-84C4-4D07-9055-D9E214AFCBB3}" srcOrd="2" destOrd="0" presId="urn:microsoft.com/office/officeart/2005/8/layout/hierarchy4"/>
    <dgm:cxn modelId="{3F5B85A9-E482-40F3-9CB4-ABE161758130}" type="presParOf" srcId="{8D8650BD-84C4-4D07-9055-D9E214AFCBB3}" destId="{B36C5D3E-8A66-46A9-9619-29C463BE858A}" srcOrd="0" destOrd="0" presId="urn:microsoft.com/office/officeart/2005/8/layout/hierarchy4"/>
    <dgm:cxn modelId="{A34BD406-2BEF-4FB4-9F23-2D6D3096FD13}" type="presParOf" srcId="{8D8650BD-84C4-4D07-9055-D9E214AFCBB3}" destId="{1BBA6785-B1F4-4A71-B2EB-6707E136B92D}" srcOrd="1" destOrd="0" presId="urn:microsoft.com/office/officeart/2005/8/layout/hierarchy4"/>
    <dgm:cxn modelId="{A1F66830-B000-4E68-8F5C-76E2B5736887}" type="presParOf" srcId="{8D8650BD-84C4-4D07-9055-D9E214AFCBB3}" destId="{34B63BCF-1A22-4760-A5C0-26D73C20B6B1}" srcOrd="2" destOrd="0" presId="urn:microsoft.com/office/officeart/2005/8/layout/hierarchy4"/>
    <dgm:cxn modelId="{00CDD2A4-E592-4BBD-A7D2-E8C037091685}" type="presParOf" srcId="{34B63BCF-1A22-4760-A5C0-26D73C20B6B1}" destId="{023A2312-9638-412D-B898-1359F3AC6A75}" srcOrd="0" destOrd="0" presId="urn:microsoft.com/office/officeart/2005/8/layout/hierarchy4"/>
    <dgm:cxn modelId="{FE9E31BC-B6C3-41FD-B0EE-052340163914}" type="presParOf" srcId="{023A2312-9638-412D-B898-1359F3AC6A75}" destId="{96DE08F3-7AF5-43A3-841F-3E467A743A0F}" srcOrd="0" destOrd="0" presId="urn:microsoft.com/office/officeart/2005/8/layout/hierarchy4"/>
    <dgm:cxn modelId="{54604C59-DB4A-4A90-B197-8E046C691C5E}" type="presParOf" srcId="{023A2312-9638-412D-B898-1359F3AC6A75}" destId="{A316852E-7F25-4F11-9457-3B8E616F7041}" srcOrd="1" destOrd="0" presId="urn:microsoft.com/office/officeart/2005/8/layout/hierarchy4"/>
    <dgm:cxn modelId="{7DD44D69-EF72-46F7-A62B-45CA07C6F983}" type="presParOf" srcId="{023A2312-9638-412D-B898-1359F3AC6A75}" destId="{B659244F-413C-48DE-9FB8-5746BC34C8EE}" srcOrd="2" destOrd="0" presId="urn:microsoft.com/office/officeart/2005/8/layout/hierarchy4"/>
    <dgm:cxn modelId="{836EB41C-01FC-4517-9EF4-BA499FFC8DF1}" type="presParOf" srcId="{B659244F-413C-48DE-9FB8-5746BC34C8EE}" destId="{D9A3688D-439A-4804-B4E6-FECE2AEB6656}" srcOrd="0" destOrd="0" presId="urn:microsoft.com/office/officeart/2005/8/layout/hierarchy4"/>
    <dgm:cxn modelId="{D782B28C-2468-40FA-AE10-668B4FE0A8C2}" type="presParOf" srcId="{D9A3688D-439A-4804-B4E6-FECE2AEB6656}" destId="{7521016D-0331-4401-ACBA-C7CA96CE774E}" srcOrd="0" destOrd="0" presId="urn:microsoft.com/office/officeart/2005/8/layout/hierarchy4"/>
    <dgm:cxn modelId="{8859FCA6-0AAA-439A-A3BC-4C8C2CE26B61}" type="presParOf" srcId="{D9A3688D-439A-4804-B4E6-FECE2AEB6656}" destId="{2B623C0B-D369-448E-AC23-9D4BFDF0BB8B}" srcOrd="1" destOrd="0" presId="urn:microsoft.com/office/officeart/2005/8/layout/hierarchy4"/>
    <dgm:cxn modelId="{26D15D80-2E68-4EDF-AFF8-CD0DD88B6AA2}" type="presParOf" srcId="{D9A3688D-439A-4804-B4E6-FECE2AEB6656}" destId="{6B6F4BB0-CB01-4DAB-8941-46D1D6C191DF}" srcOrd="2" destOrd="0" presId="urn:microsoft.com/office/officeart/2005/8/layout/hierarchy4"/>
    <dgm:cxn modelId="{71E8AAA5-577A-44FA-AB48-ABAA94ABB377}" type="presParOf" srcId="{6B6F4BB0-CB01-4DAB-8941-46D1D6C191DF}" destId="{418003D8-C55D-4E06-A347-5D72A709FB50}" srcOrd="0" destOrd="0" presId="urn:microsoft.com/office/officeart/2005/8/layout/hierarchy4"/>
    <dgm:cxn modelId="{C03935AA-1C9F-4E07-A52B-DCB382437A15}" type="presParOf" srcId="{418003D8-C55D-4E06-A347-5D72A709FB50}" destId="{702169C3-24E0-4C0D-B1A8-594916488CD3}" srcOrd="0" destOrd="0" presId="urn:microsoft.com/office/officeart/2005/8/layout/hierarchy4"/>
    <dgm:cxn modelId="{E57D696F-3F34-4A1B-B4C8-FD75204A0F38}" type="presParOf" srcId="{418003D8-C55D-4E06-A347-5D72A709FB50}" destId="{EAD3DE9C-E66A-4666-B1B5-476B58F7115F}" srcOrd="1" destOrd="0" presId="urn:microsoft.com/office/officeart/2005/8/layout/hierarchy4"/>
    <dgm:cxn modelId="{6EA210B6-8D33-46E9-9758-CF92CE4988A4}" type="presParOf" srcId="{B659244F-413C-48DE-9FB8-5746BC34C8EE}" destId="{CBE6D7B6-957B-4E64-BDA2-D4AFBAB644D1}" srcOrd="1" destOrd="0" presId="urn:microsoft.com/office/officeart/2005/8/layout/hierarchy4"/>
    <dgm:cxn modelId="{9F133308-A5AB-4138-9CD3-84E326B96FEE}" type="presParOf" srcId="{B659244F-413C-48DE-9FB8-5746BC34C8EE}" destId="{618808B8-E841-4396-87FE-3DA6736214EC}" srcOrd="2" destOrd="0" presId="urn:microsoft.com/office/officeart/2005/8/layout/hierarchy4"/>
    <dgm:cxn modelId="{8F2C8926-5AD4-45EB-A8FD-2B2D1A042DA3}" type="presParOf" srcId="{618808B8-E841-4396-87FE-3DA6736214EC}" destId="{D15BC29B-E0B5-4822-A229-59AD3FAF0641}" srcOrd="0" destOrd="0" presId="urn:microsoft.com/office/officeart/2005/8/layout/hierarchy4"/>
    <dgm:cxn modelId="{840FF136-BF9E-4C89-88B5-3ECD8530DB1B}" type="presParOf" srcId="{618808B8-E841-4396-87FE-3DA6736214EC}" destId="{CE954E06-BF7B-4313-89BE-3C479F60BA15}" srcOrd="1" destOrd="0" presId="urn:microsoft.com/office/officeart/2005/8/layout/hierarchy4"/>
    <dgm:cxn modelId="{D1FE1907-0089-4208-B025-4C05E8AD6F48}" type="presParOf" srcId="{618808B8-E841-4396-87FE-3DA6736214EC}" destId="{0EDFD278-546E-4594-90D4-CE223403960C}" srcOrd="2" destOrd="0" presId="urn:microsoft.com/office/officeart/2005/8/layout/hierarchy4"/>
    <dgm:cxn modelId="{4CE3B238-479D-469F-97C1-48DD94B06FC0}" type="presParOf" srcId="{0EDFD278-546E-4594-90D4-CE223403960C}" destId="{0096CA4D-9E8E-4190-9C77-55E18938D700}" srcOrd="0" destOrd="0" presId="urn:microsoft.com/office/officeart/2005/8/layout/hierarchy4"/>
    <dgm:cxn modelId="{5B14CA4B-930C-47E7-B85A-9C2538CD6713}" type="presParOf" srcId="{0096CA4D-9E8E-4190-9C77-55E18938D700}" destId="{9C268088-CA27-4AFD-921B-D81EAC9D0E94}" srcOrd="0" destOrd="0" presId="urn:microsoft.com/office/officeart/2005/8/layout/hierarchy4"/>
    <dgm:cxn modelId="{3E610B08-70A8-4CFE-A5EA-FF5EFBC6708C}" type="presParOf" srcId="{0096CA4D-9E8E-4190-9C77-55E18938D700}" destId="{9D0ED989-70E5-47F7-846D-86E12CAA62ED}" srcOrd="1" destOrd="0" presId="urn:microsoft.com/office/officeart/2005/8/layout/hierarchy4"/>
    <dgm:cxn modelId="{13A8551C-24ED-4B11-AF80-C1243BC03F64}" type="presParOf" srcId="{B659244F-413C-48DE-9FB8-5746BC34C8EE}" destId="{CA32B4D3-4601-4F4E-BC6F-83437E675B7D}" srcOrd="3" destOrd="0" presId="urn:microsoft.com/office/officeart/2005/8/layout/hierarchy4"/>
    <dgm:cxn modelId="{D2809FA2-B48B-4A85-A0A5-08ED6406D073}" type="presParOf" srcId="{B659244F-413C-48DE-9FB8-5746BC34C8EE}" destId="{F71EFE6C-89D1-4F4F-B31F-8DB86B4610ED}" srcOrd="4" destOrd="0" presId="urn:microsoft.com/office/officeart/2005/8/layout/hierarchy4"/>
    <dgm:cxn modelId="{2FC61ADA-52BB-4077-A989-77ECFA35E6E2}" type="presParOf" srcId="{F71EFE6C-89D1-4F4F-B31F-8DB86B4610ED}" destId="{72483ECE-3490-4614-9C31-ACF954A99BEA}" srcOrd="0" destOrd="0" presId="urn:microsoft.com/office/officeart/2005/8/layout/hierarchy4"/>
    <dgm:cxn modelId="{FBA7FD9B-0F87-4502-8C2F-9D909259A19E}" type="presParOf" srcId="{F71EFE6C-89D1-4F4F-B31F-8DB86B4610ED}" destId="{05E01B8D-9A7C-4F86-BACD-68C02E8F3FCB}" srcOrd="1" destOrd="0" presId="urn:microsoft.com/office/officeart/2005/8/layout/hierarchy4"/>
    <dgm:cxn modelId="{DD6E27E6-55A8-4F44-A6CC-9490BE9B7CC6}" type="presParOf" srcId="{F71EFE6C-89D1-4F4F-B31F-8DB86B4610ED}" destId="{15078D77-FCCE-48DA-BF25-6A64A1F81DE2}" srcOrd="2" destOrd="0" presId="urn:microsoft.com/office/officeart/2005/8/layout/hierarchy4"/>
    <dgm:cxn modelId="{38A29D01-2F2B-47F5-A9AC-5281A6D3A6D0}" type="presParOf" srcId="{15078D77-FCCE-48DA-BF25-6A64A1F81DE2}" destId="{ABC9395D-8AA1-4407-BA84-CFE96A09C6AF}" srcOrd="0" destOrd="0" presId="urn:microsoft.com/office/officeart/2005/8/layout/hierarchy4"/>
    <dgm:cxn modelId="{AE605399-3F95-43C0-B82E-513A5B48F780}" type="presParOf" srcId="{ABC9395D-8AA1-4407-BA84-CFE96A09C6AF}" destId="{095615C8-9E93-41DE-8AC6-3E6FFE5ED783}" srcOrd="0" destOrd="0" presId="urn:microsoft.com/office/officeart/2005/8/layout/hierarchy4"/>
    <dgm:cxn modelId="{ADEF22B6-FE3D-4D90-914D-4C3F86858DC2}" type="presParOf" srcId="{ABC9395D-8AA1-4407-BA84-CFE96A09C6AF}" destId="{38896E1C-479A-406A-AE24-F83F14AC7A03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EF63CC-B5A9-47D3-B656-0FC6E0E824A9}">
      <dsp:nvSpPr>
        <dsp:cNvPr id="0" name=""/>
        <dsp:cNvSpPr/>
      </dsp:nvSpPr>
      <dsp:spPr>
        <a:xfrm>
          <a:off x="4062613" y="154234"/>
          <a:ext cx="3970570" cy="1122986"/>
        </a:xfrm>
        <a:prstGeom prst="roundRect">
          <a:avLst/>
        </a:prstGeom>
        <a:noFill/>
        <a:ln w="1905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ysClr val="windowText" lastClr="000000"/>
              </a:solidFill>
            </a:rPr>
            <a:t>Types of Data in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u="none" kern="1200" dirty="0">
              <a:solidFill>
                <a:sysClr val="windowText" lastClr="000000"/>
              </a:solidFill>
            </a:rPr>
            <a:t>Quantitative Research</a:t>
          </a:r>
        </a:p>
      </dsp:txBody>
      <dsp:txXfrm>
        <a:off x="4117433" y="209054"/>
        <a:ext cx="3860930" cy="1013346"/>
      </dsp:txXfrm>
    </dsp:sp>
    <dsp:sp modelId="{B7EA2692-A12D-49F6-8946-75321087D250}">
      <dsp:nvSpPr>
        <dsp:cNvPr id="0" name=""/>
        <dsp:cNvSpPr/>
      </dsp:nvSpPr>
      <dsp:spPr>
        <a:xfrm>
          <a:off x="2996595" y="1277221"/>
          <a:ext cx="3051302" cy="1150471"/>
        </a:xfrm>
        <a:custGeom>
          <a:avLst/>
          <a:gdLst/>
          <a:ahLst/>
          <a:cxnLst/>
          <a:rect l="0" t="0" r="0" b="0"/>
          <a:pathLst>
            <a:path>
              <a:moveTo>
                <a:pt x="3051302" y="0"/>
              </a:moveTo>
              <a:lnTo>
                <a:pt x="3051302" y="575235"/>
              </a:lnTo>
              <a:lnTo>
                <a:pt x="0" y="575235"/>
              </a:lnTo>
              <a:lnTo>
                <a:pt x="0" y="1150471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67039B-EED0-44AC-9435-6A0ADD6BC8EA}">
      <dsp:nvSpPr>
        <dsp:cNvPr id="0" name=""/>
        <dsp:cNvSpPr/>
      </dsp:nvSpPr>
      <dsp:spPr>
        <a:xfrm>
          <a:off x="1922404" y="2427693"/>
          <a:ext cx="2148382" cy="707230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Categorical</a:t>
          </a:r>
        </a:p>
      </dsp:txBody>
      <dsp:txXfrm>
        <a:off x="1956928" y="2462217"/>
        <a:ext cx="2079334" cy="638182"/>
      </dsp:txXfrm>
    </dsp:sp>
    <dsp:sp modelId="{3AEF71A6-5F1F-4BB8-9200-65225EDB274D}">
      <dsp:nvSpPr>
        <dsp:cNvPr id="0" name=""/>
        <dsp:cNvSpPr/>
      </dsp:nvSpPr>
      <dsp:spPr>
        <a:xfrm>
          <a:off x="1396585" y="3134923"/>
          <a:ext cx="1600010" cy="546263"/>
        </a:xfrm>
        <a:custGeom>
          <a:avLst/>
          <a:gdLst/>
          <a:ahLst/>
          <a:cxnLst/>
          <a:rect l="0" t="0" r="0" b="0"/>
          <a:pathLst>
            <a:path>
              <a:moveTo>
                <a:pt x="1600010" y="0"/>
              </a:moveTo>
              <a:lnTo>
                <a:pt x="1600010" y="273131"/>
              </a:lnTo>
              <a:lnTo>
                <a:pt x="0" y="273131"/>
              </a:lnTo>
              <a:lnTo>
                <a:pt x="0" y="546263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9A773C-DDE4-4343-9EE8-F6E3ACE8FB76}">
      <dsp:nvSpPr>
        <dsp:cNvPr id="0" name=""/>
        <dsp:cNvSpPr/>
      </dsp:nvSpPr>
      <dsp:spPr>
        <a:xfrm>
          <a:off x="428" y="3681186"/>
          <a:ext cx="2792313" cy="1135389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Nominal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(gender, marital status, race)</a:t>
          </a:r>
        </a:p>
      </dsp:txBody>
      <dsp:txXfrm>
        <a:off x="55853" y="3736611"/>
        <a:ext cx="2681463" cy="1024539"/>
      </dsp:txXfrm>
    </dsp:sp>
    <dsp:sp modelId="{4CF13388-382C-44C7-BB30-EFF7D313E368}">
      <dsp:nvSpPr>
        <dsp:cNvPr id="0" name=""/>
        <dsp:cNvSpPr/>
      </dsp:nvSpPr>
      <dsp:spPr>
        <a:xfrm>
          <a:off x="2996595" y="3134923"/>
          <a:ext cx="1586905" cy="546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131"/>
              </a:lnTo>
              <a:lnTo>
                <a:pt x="1586905" y="273131"/>
              </a:lnTo>
              <a:lnTo>
                <a:pt x="1586905" y="546263"/>
              </a:lnTo>
            </a:path>
          </a:pathLst>
        </a:custGeom>
        <a:noFill/>
        <a:ln w="571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23EE5-B077-44C5-B26B-34A525C5C709}">
      <dsp:nvSpPr>
        <dsp:cNvPr id="0" name=""/>
        <dsp:cNvSpPr/>
      </dsp:nvSpPr>
      <dsp:spPr>
        <a:xfrm>
          <a:off x="3174240" y="3681186"/>
          <a:ext cx="2818522" cy="1135389"/>
        </a:xfrm>
        <a:prstGeom prst="roundRect">
          <a:avLst/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70C0"/>
              </a:solidFill>
            </a:rPr>
            <a:t>Ordinal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(severity scale, good/better/best)</a:t>
          </a:r>
        </a:p>
      </dsp:txBody>
      <dsp:txXfrm>
        <a:off x="3229665" y="3736611"/>
        <a:ext cx="2707672" cy="1024539"/>
      </dsp:txXfrm>
    </dsp:sp>
    <dsp:sp modelId="{73B8E8C9-2BC5-4972-AB45-31CC8C7BF6A2}">
      <dsp:nvSpPr>
        <dsp:cNvPr id="0" name=""/>
        <dsp:cNvSpPr/>
      </dsp:nvSpPr>
      <dsp:spPr>
        <a:xfrm>
          <a:off x="6047898" y="1277221"/>
          <a:ext cx="3051302" cy="115047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5235"/>
              </a:lnTo>
              <a:lnTo>
                <a:pt x="3051302" y="575235"/>
              </a:lnTo>
              <a:lnTo>
                <a:pt x="3051302" y="1150471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51FFE-45A1-4DBD-B364-5EC99DD33A70}">
      <dsp:nvSpPr>
        <dsp:cNvPr id="0" name=""/>
        <dsp:cNvSpPr/>
      </dsp:nvSpPr>
      <dsp:spPr>
        <a:xfrm>
          <a:off x="8025010" y="2427693"/>
          <a:ext cx="2148382" cy="70723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Numerical</a:t>
          </a:r>
        </a:p>
      </dsp:txBody>
      <dsp:txXfrm>
        <a:off x="8059534" y="2462217"/>
        <a:ext cx="2079334" cy="638182"/>
      </dsp:txXfrm>
    </dsp:sp>
    <dsp:sp modelId="{578A8C79-92DB-4490-B4ED-A0F4454CF245}">
      <dsp:nvSpPr>
        <dsp:cNvPr id="0" name=""/>
        <dsp:cNvSpPr/>
      </dsp:nvSpPr>
      <dsp:spPr>
        <a:xfrm>
          <a:off x="7641356" y="3134923"/>
          <a:ext cx="1457844" cy="546263"/>
        </a:xfrm>
        <a:custGeom>
          <a:avLst/>
          <a:gdLst/>
          <a:ahLst/>
          <a:cxnLst/>
          <a:rect l="0" t="0" r="0" b="0"/>
          <a:pathLst>
            <a:path>
              <a:moveTo>
                <a:pt x="1457844" y="0"/>
              </a:moveTo>
              <a:lnTo>
                <a:pt x="1457844" y="273131"/>
              </a:lnTo>
              <a:lnTo>
                <a:pt x="0" y="273131"/>
              </a:lnTo>
              <a:lnTo>
                <a:pt x="0" y="546263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81096-BC4B-4FD3-985F-58229FB299E9}">
      <dsp:nvSpPr>
        <dsp:cNvPr id="0" name=""/>
        <dsp:cNvSpPr/>
      </dsp:nvSpPr>
      <dsp:spPr>
        <a:xfrm>
          <a:off x="6374260" y="3681186"/>
          <a:ext cx="2534191" cy="113538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Discrete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>
                  <a:lumMod val="75000"/>
                </a:schemeClr>
              </a:solidFill>
            </a:rPr>
            <a:t>(number of children in a family)</a:t>
          </a:r>
        </a:p>
      </dsp:txBody>
      <dsp:txXfrm>
        <a:off x="6429685" y="3736611"/>
        <a:ext cx="2423341" cy="1024539"/>
      </dsp:txXfrm>
    </dsp:sp>
    <dsp:sp modelId="{0EF63B46-2CF5-422B-ADB4-E4A38E51E737}">
      <dsp:nvSpPr>
        <dsp:cNvPr id="0" name=""/>
        <dsp:cNvSpPr/>
      </dsp:nvSpPr>
      <dsp:spPr>
        <a:xfrm>
          <a:off x="9099201" y="3134923"/>
          <a:ext cx="1457844" cy="546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131"/>
              </a:lnTo>
              <a:lnTo>
                <a:pt x="1457844" y="273131"/>
              </a:lnTo>
              <a:lnTo>
                <a:pt x="1457844" y="546263"/>
              </a:lnTo>
            </a:path>
          </a:pathLst>
        </a:custGeom>
        <a:noFill/>
        <a:ln w="571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3EC8A2-12FD-4872-BAB2-D266CDC111B0}">
      <dsp:nvSpPr>
        <dsp:cNvPr id="0" name=""/>
        <dsp:cNvSpPr/>
      </dsp:nvSpPr>
      <dsp:spPr>
        <a:xfrm>
          <a:off x="9289950" y="3681186"/>
          <a:ext cx="2534191" cy="1135389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75000"/>
                </a:schemeClr>
              </a:solidFill>
            </a:rPr>
            <a:t>Continuous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>
                  <a:lumMod val="75000"/>
                </a:schemeClr>
              </a:solidFill>
            </a:rPr>
            <a:t>(height, weight, cholesterol level)</a:t>
          </a:r>
        </a:p>
      </dsp:txBody>
      <dsp:txXfrm>
        <a:off x="9345375" y="3736611"/>
        <a:ext cx="2423341" cy="10245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264E2-139B-4587-B6BB-C24FC7A59824}">
      <dsp:nvSpPr>
        <dsp:cNvPr id="0" name=""/>
        <dsp:cNvSpPr/>
      </dsp:nvSpPr>
      <dsp:spPr>
        <a:xfrm>
          <a:off x="1566" y="2916"/>
          <a:ext cx="10512467" cy="80667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schemeClr val="tx1"/>
              </a:solidFill>
            </a:rPr>
            <a:t>Exploratory Data Analysis (EDA)</a:t>
          </a:r>
        </a:p>
      </dsp:txBody>
      <dsp:txXfrm>
        <a:off x="25193" y="26543"/>
        <a:ext cx="10465213" cy="759422"/>
      </dsp:txXfrm>
    </dsp:sp>
    <dsp:sp modelId="{996C825B-B69A-4234-8CA9-4D268B643EF0}">
      <dsp:nvSpPr>
        <dsp:cNvPr id="0" name=""/>
        <dsp:cNvSpPr/>
      </dsp:nvSpPr>
      <dsp:spPr>
        <a:xfrm>
          <a:off x="11827" y="922449"/>
          <a:ext cx="6507501" cy="615595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sp:txBody>
      <dsp:txXfrm>
        <a:off x="29857" y="940479"/>
        <a:ext cx="6471441" cy="579535"/>
      </dsp:txXfrm>
    </dsp:sp>
    <dsp:sp modelId="{3977DD27-3EE5-4869-8E56-73D1F028B417}">
      <dsp:nvSpPr>
        <dsp:cNvPr id="0" name=""/>
        <dsp:cNvSpPr/>
      </dsp:nvSpPr>
      <dsp:spPr>
        <a:xfrm>
          <a:off x="37160" y="1650903"/>
          <a:ext cx="2556173" cy="187398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Descriptive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Measures of Occurrence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00B050"/>
              </a:solidFill>
            </a:rPr>
            <a:t>Univariate Analysis</a:t>
          </a:r>
        </a:p>
      </dsp:txBody>
      <dsp:txXfrm>
        <a:off x="92047" y="1705790"/>
        <a:ext cx="2446399" cy="1764215"/>
      </dsp:txXfrm>
    </dsp:sp>
    <dsp:sp modelId="{9227FB7D-49D7-4433-B2F0-C6B8AA7D2216}">
      <dsp:nvSpPr>
        <dsp:cNvPr id="0" name=""/>
        <dsp:cNvSpPr/>
      </dsp:nvSpPr>
      <dsp:spPr>
        <a:xfrm>
          <a:off x="3722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71390" y="3671915"/>
        <a:ext cx="1196476" cy="1098145"/>
      </dsp:txXfrm>
    </dsp:sp>
    <dsp:sp modelId="{45A2FA43-7D83-4C7C-9AC7-B80152780325}">
      <dsp:nvSpPr>
        <dsp:cNvPr id="0" name=""/>
        <dsp:cNvSpPr/>
      </dsp:nvSpPr>
      <dsp:spPr>
        <a:xfrm>
          <a:off x="3722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Mean (SD)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Median (IQR)</a:t>
          </a:r>
        </a:p>
      </dsp:txBody>
      <dsp:txXfrm>
        <a:off x="71390" y="4951248"/>
        <a:ext cx="1196476" cy="1098145"/>
      </dsp:txXfrm>
    </dsp:sp>
    <dsp:sp modelId="{AB1F799C-6426-47B7-B8C4-37A4212A54A6}">
      <dsp:nvSpPr>
        <dsp:cNvPr id="0" name=""/>
        <dsp:cNvSpPr/>
      </dsp:nvSpPr>
      <dsp:spPr>
        <a:xfrm>
          <a:off x="132846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  <a:endParaRPr lang="en-US" sz="1200" kern="1200" dirty="0">
            <a:solidFill>
              <a:schemeClr val="accent2"/>
            </a:solidFill>
            <a:latin typeface="+mn-lt"/>
          </a:endParaRPr>
        </a:p>
      </dsp:txBody>
      <dsp:txXfrm>
        <a:off x="1362627" y="3671915"/>
        <a:ext cx="1196476" cy="1098145"/>
      </dsp:txXfrm>
    </dsp:sp>
    <dsp:sp modelId="{84D9BCD9-79A2-42B6-B46A-5CFA2CDF94DF}">
      <dsp:nvSpPr>
        <dsp:cNvPr id="0" name=""/>
        <dsp:cNvSpPr/>
      </dsp:nvSpPr>
      <dsp:spPr>
        <a:xfrm>
          <a:off x="132846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Prevalence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Incidence</a:t>
          </a:r>
        </a:p>
      </dsp:txBody>
      <dsp:txXfrm>
        <a:off x="1362627" y="4951248"/>
        <a:ext cx="1196476" cy="1098145"/>
      </dsp:txXfrm>
    </dsp:sp>
    <dsp:sp modelId="{6B1C706A-E791-40F3-B92E-EC6E340CD3E6}">
      <dsp:nvSpPr>
        <dsp:cNvPr id="0" name=""/>
        <dsp:cNvSpPr/>
      </dsp:nvSpPr>
      <dsp:spPr>
        <a:xfrm>
          <a:off x="2646455" y="1650903"/>
          <a:ext cx="3847540" cy="1873989"/>
        </a:xfrm>
        <a:prstGeom prst="roundRect">
          <a:avLst>
            <a:gd name="adj" fmla="val 10000"/>
          </a:avLst>
        </a:prstGeom>
        <a:solidFill>
          <a:srgbClr val="FED4D4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Comparative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Measures of Association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“Effect Size”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C00000"/>
              </a:solidFill>
            </a:rPr>
            <a:t>Bi-/Multivariate Analysis</a:t>
          </a:r>
        </a:p>
      </dsp:txBody>
      <dsp:txXfrm>
        <a:off x="2701342" y="1705790"/>
        <a:ext cx="3737766" cy="1764215"/>
      </dsp:txXfrm>
    </dsp:sp>
    <dsp:sp modelId="{C35C7407-0A35-4D05-991E-24D1F2BC928C}">
      <dsp:nvSpPr>
        <dsp:cNvPr id="0" name=""/>
        <dsp:cNvSpPr/>
      </dsp:nvSpPr>
      <dsp:spPr>
        <a:xfrm>
          <a:off x="264658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2680750" y="3671915"/>
        <a:ext cx="1196476" cy="1098145"/>
      </dsp:txXfrm>
    </dsp:sp>
    <dsp:sp modelId="{1A998346-CEEB-4F14-ACBF-CC3EC1C5D1D0}">
      <dsp:nvSpPr>
        <dsp:cNvPr id="0" name=""/>
        <dsp:cNvSpPr/>
      </dsp:nvSpPr>
      <dsp:spPr>
        <a:xfrm>
          <a:off x="264658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Correlation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Slope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𝑦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𝑎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𝑏𝑥</m:t>
                </m:r>
              </m:oMath>
            </m:oMathPara>
          </a14:m>
          <a:endParaRPr lang="en-US" sz="1200" kern="1200" dirty="0">
            <a:solidFill>
              <a:schemeClr val="accent2"/>
            </a:solidFill>
            <a:latin typeface="+mn-lt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Regression</a:t>
          </a:r>
        </a:p>
      </dsp:txBody>
      <dsp:txXfrm>
        <a:off x="2680750" y="4951248"/>
        <a:ext cx="1196476" cy="1098145"/>
      </dsp:txXfrm>
    </dsp:sp>
    <dsp:sp modelId="{0A9FD46E-6553-4CB1-AF38-449D53EAA4BE}">
      <dsp:nvSpPr>
        <dsp:cNvPr id="0" name=""/>
        <dsp:cNvSpPr/>
      </dsp:nvSpPr>
      <dsp:spPr>
        <a:xfrm>
          <a:off x="393782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3971987" y="3671915"/>
        <a:ext cx="1196476" cy="1098145"/>
      </dsp:txXfrm>
    </dsp:sp>
    <dsp:sp modelId="{C6062501-984E-46BF-99DD-B3A938E58769}">
      <dsp:nvSpPr>
        <dsp:cNvPr id="0" name=""/>
        <dsp:cNvSpPr/>
      </dsp:nvSpPr>
      <dsp:spPr>
        <a:xfrm>
          <a:off x="393782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RD/AR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Regression</a:t>
          </a:r>
        </a:p>
      </dsp:txBody>
      <dsp:txXfrm>
        <a:off x="3971987" y="4951248"/>
        <a:ext cx="1196476" cy="1098145"/>
      </dsp:txXfrm>
    </dsp:sp>
    <dsp:sp modelId="{8C46C885-1840-47EA-A529-D9E7568B2BEF}">
      <dsp:nvSpPr>
        <dsp:cNvPr id="0" name=""/>
        <dsp:cNvSpPr/>
      </dsp:nvSpPr>
      <dsp:spPr>
        <a:xfrm>
          <a:off x="5229060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 Data</a:t>
          </a:r>
        </a:p>
      </dsp:txBody>
      <dsp:txXfrm>
        <a:off x="5263225" y="3671915"/>
        <a:ext cx="1196476" cy="1098145"/>
      </dsp:txXfrm>
    </dsp:sp>
    <dsp:sp modelId="{35100762-DAFB-4716-847A-DBCF3FC398B5}">
      <dsp:nvSpPr>
        <dsp:cNvPr id="0" name=""/>
        <dsp:cNvSpPr/>
      </dsp:nvSpPr>
      <dsp:spPr>
        <a:xfrm>
          <a:off x="5229060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5263225" y="4951248"/>
        <a:ext cx="1196476" cy="1098145"/>
      </dsp:txXfrm>
    </dsp:sp>
    <dsp:sp modelId="{B36C5D3E-8A66-46A9-9619-29C463BE858A}">
      <dsp:nvSpPr>
        <dsp:cNvPr id="0" name=""/>
        <dsp:cNvSpPr/>
      </dsp:nvSpPr>
      <dsp:spPr>
        <a:xfrm>
          <a:off x="6626093" y="922449"/>
          <a:ext cx="3877679" cy="615595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sp:txBody>
      <dsp:txXfrm>
        <a:off x="6644123" y="940479"/>
        <a:ext cx="3841619" cy="579535"/>
      </dsp:txXfrm>
    </dsp:sp>
    <dsp:sp modelId="{96DE08F3-7AF5-43A3-841F-3E467A743A0F}">
      <dsp:nvSpPr>
        <dsp:cNvPr id="0" name=""/>
        <dsp:cNvSpPr/>
      </dsp:nvSpPr>
      <dsp:spPr>
        <a:xfrm>
          <a:off x="6641188" y="1650903"/>
          <a:ext cx="3847488" cy="1873989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kern="1200" dirty="0">
            <a:solidFill>
              <a:schemeClr val="accent2">
                <a:lumMod val="50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sp:txBody>
      <dsp:txXfrm>
        <a:off x="6696075" y="1705790"/>
        <a:ext cx="3737714" cy="1764215"/>
      </dsp:txXfrm>
    </dsp:sp>
    <dsp:sp modelId="{7521016D-0331-4401-ACBA-C7CA96CE774E}">
      <dsp:nvSpPr>
        <dsp:cNvPr id="0" name=""/>
        <dsp:cNvSpPr/>
      </dsp:nvSpPr>
      <dsp:spPr>
        <a:xfrm>
          <a:off x="664129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6675457" y="3671915"/>
        <a:ext cx="1196476" cy="1098145"/>
      </dsp:txXfrm>
    </dsp:sp>
    <dsp:sp modelId="{702169C3-24E0-4C0D-B1A8-594916488CD3}">
      <dsp:nvSpPr>
        <dsp:cNvPr id="0" name=""/>
        <dsp:cNvSpPr/>
      </dsp:nvSpPr>
      <dsp:spPr>
        <a:xfrm>
          <a:off x="664129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Regression</a:t>
          </a:r>
        </a:p>
      </dsp:txBody>
      <dsp:txXfrm>
        <a:off x="6675457" y="4951248"/>
        <a:ext cx="1196476" cy="1098145"/>
      </dsp:txXfrm>
    </dsp:sp>
    <dsp:sp modelId="{D15BC29B-E0B5-4822-A229-59AD3FAF0641}">
      <dsp:nvSpPr>
        <dsp:cNvPr id="0" name=""/>
        <dsp:cNvSpPr/>
      </dsp:nvSpPr>
      <dsp:spPr>
        <a:xfrm>
          <a:off x="7932529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7966694" y="3671915"/>
        <a:ext cx="1196476" cy="1098145"/>
      </dsp:txXfrm>
    </dsp:sp>
    <dsp:sp modelId="{9C268088-CA27-4AFD-921B-D81EAC9D0E94}">
      <dsp:nvSpPr>
        <dsp:cNvPr id="0" name=""/>
        <dsp:cNvSpPr/>
      </dsp:nvSpPr>
      <dsp:spPr>
        <a:xfrm>
          <a:off x="7932529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kern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kern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kern="1200" dirty="0">
            <a:solidFill>
              <a:srgbClr val="0070C0"/>
            </a:solidFill>
            <a:latin typeface="+mn-lt"/>
          </a:endParaRPr>
        </a:p>
      </dsp:txBody>
      <dsp:txXfrm>
        <a:off x="7966694" y="4951248"/>
        <a:ext cx="1196476" cy="1098145"/>
      </dsp:txXfrm>
    </dsp:sp>
    <dsp:sp modelId="{72483ECE-3490-4614-9C31-ACF954A99BEA}">
      <dsp:nvSpPr>
        <dsp:cNvPr id="0" name=""/>
        <dsp:cNvSpPr/>
      </dsp:nvSpPr>
      <dsp:spPr>
        <a:xfrm>
          <a:off x="9223767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</a:t>
          </a:r>
        </a:p>
      </dsp:txBody>
      <dsp:txXfrm>
        <a:off x="9257932" y="3671915"/>
        <a:ext cx="1196476" cy="1098145"/>
      </dsp:txXfrm>
    </dsp:sp>
    <dsp:sp modelId="{095615C8-9E93-41DE-8AC6-3E6FFE5ED783}">
      <dsp:nvSpPr>
        <dsp:cNvPr id="0" name=""/>
        <dsp:cNvSpPr/>
      </dsp:nvSpPr>
      <dsp:spPr>
        <a:xfrm>
          <a:off x="9223767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T-Test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M/ANOVA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Wilcoxon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9257932" y="4951248"/>
        <a:ext cx="1196476" cy="10981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264E2-139B-4587-B6BB-C24FC7A59824}">
      <dsp:nvSpPr>
        <dsp:cNvPr id="0" name=""/>
        <dsp:cNvSpPr/>
      </dsp:nvSpPr>
      <dsp:spPr>
        <a:xfrm>
          <a:off x="1566" y="2916"/>
          <a:ext cx="10512467" cy="80667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>
              <a:solidFill>
                <a:schemeClr val="tx1"/>
              </a:solidFill>
            </a:rPr>
            <a:t>Exploratory Data Analysis (EDA)</a:t>
          </a:r>
        </a:p>
      </dsp:txBody>
      <dsp:txXfrm>
        <a:off x="25193" y="26543"/>
        <a:ext cx="10465213" cy="759422"/>
      </dsp:txXfrm>
    </dsp:sp>
    <dsp:sp modelId="{996C825B-B69A-4234-8CA9-4D268B643EF0}">
      <dsp:nvSpPr>
        <dsp:cNvPr id="0" name=""/>
        <dsp:cNvSpPr/>
      </dsp:nvSpPr>
      <dsp:spPr>
        <a:xfrm>
          <a:off x="11827" y="922449"/>
          <a:ext cx="6507501" cy="615595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 w="19050" cap="flat" cmpd="sng" algn="ctr">
          <a:solidFill>
            <a:schemeClr val="tx1">
              <a:lumMod val="50000"/>
              <a:lumOff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>
                  <a:lumMod val="50000"/>
                  <a:lumOff val="50000"/>
                </a:schemeClr>
              </a:solidFill>
            </a:rPr>
            <a:t>Point Estimates</a:t>
          </a:r>
        </a:p>
      </dsp:txBody>
      <dsp:txXfrm>
        <a:off x="29857" y="940479"/>
        <a:ext cx="6471441" cy="579535"/>
      </dsp:txXfrm>
    </dsp:sp>
    <dsp:sp modelId="{3977DD27-3EE5-4869-8E56-73D1F028B417}">
      <dsp:nvSpPr>
        <dsp:cNvPr id="0" name=""/>
        <dsp:cNvSpPr/>
      </dsp:nvSpPr>
      <dsp:spPr>
        <a:xfrm>
          <a:off x="37160" y="1650903"/>
          <a:ext cx="2556173" cy="1873989"/>
        </a:xfrm>
        <a:prstGeom prst="roundRect">
          <a:avLst>
            <a:gd name="adj" fmla="val 10000"/>
          </a:avLst>
        </a:prstGeom>
        <a:solidFill>
          <a:schemeClr val="accent6">
            <a:lumMod val="20000"/>
            <a:lumOff val="80000"/>
          </a:schemeClr>
        </a:solidFill>
        <a:ln w="1905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Descriptive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B050"/>
              </a:solidFill>
            </a:rPr>
            <a:t>Measures of Occurrence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00B050"/>
              </a:solidFill>
            </a:rPr>
            <a:t>Univariate Analysis</a:t>
          </a:r>
        </a:p>
      </dsp:txBody>
      <dsp:txXfrm>
        <a:off x="92047" y="1705790"/>
        <a:ext cx="2446399" cy="1764215"/>
      </dsp:txXfrm>
    </dsp:sp>
    <dsp:sp modelId="{9227FB7D-49D7-4433-B2F0-C6B8AA7D2216}">
      <dsp:nvSpPr>
        <dsp:cNvPr id="0" name=""/>
        <dsp:cNvSpPr/>
      </dsp:nvSpPr>
      <dsp:spPr>
        <a:xfrm>
          <a:off x="3722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71390" y="3671915"/>
        <a:ext cx="1196476" cy="1098145"/>
      </dsp:txXfrm>
    </dsp:sp>
    <dsp:sp modelId="{45A2FA43-7D83-4C7C-9AC7-B80152780325}">
      <dsp:nvSpPr>
        <dsp:cNvPr id="0" name=""/>
        <dsp:cNvSpPr/>
      </dsp:nvSpPr>
      <dsp:spPr>
        <a:xfrm>
          <a:off x="3722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Mean (SD)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Median (IQR)</a:t>
          </a:r>
        </a:p>
      </dsp:txBody>
      <dsp:txXfrm>
        <a:off x="71390" y="4951248"/>
        <a:ext cx="1196476" cy="1098145"/>
      </dsp:txXfrm>
    </dsp:sp>
    <dsp:sp modelId="{AB1F799C-6426-47B7-B8C4-37A4212A54A6}">
      <dsp:nvSpPr>
        <dsp:cNvPr id="0" name=""/>
        <dsp:cNvSpPr/>
      </dsp:nvSpPr>
      <dsp:spPr>
        <a:xfrm>
          <a:off x="132846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  <a:endParaRPr lang="en-US" sz="1200" kern="1200" dirty="0">
            <a:solidFill>
              <a:schemeClr val="accent2"/>
            </a:solidFill>
            <a:latin typeface="+mn-lt"/>
          </a:endParaRPr>
        </a:p>
      </dsp:txBody>
      <dsp:txXfrm>
        <a:off x="1362627" y="3671915"/>
        <a:ext cx="1196476" cy="1098145"/>
      </dsp:txXfrm>
    </dsp:sp>
    <dsp:sp modelId="{84D9BCD9-79A2-42B6-B46A-5CFA2CDF94DF}">
      <dsp:nvSpPr>
        <dsp:cNvPr id="0" name=""/>
        <dsp:cNvSpPr/>
      </dsp:nvSpPr>
      <dsp:spPr>
        <a:xfrm>
          <a:off x="132846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Counts and proportions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Prevalence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Incidence</a:t>
          </a:r>
        </a:p>
      </dsp:txBody>
      <dsp:txXfrm>
        <a:off x="1362627" y="4951248"/>
        <a:ext cx="1196476" cy="1098145"/>
      </dsp:txXfrm>
    </dsp:sp>
    <dsp:sp modelId="{6B1C706A-E791-40F3-B92E-EC6E340CD3E6}">
      <dsp:nvSpPr>
        <dsp:cNvPr id="0" name=""/>
        <dsp:cNvSpPr/>
      </dsp:nvSpPr>
      <dsp:spPr>
        <a:xfrm>
          <a:off x="2646455" y="1650903"/>
          <a:ext cx="3847540" cy="1873989"/>
        </a:xfrm>
        <a:prstGeom prst="roundRect">
          <a:avLst>
            <a:gd name="adj" fmla="val 10000"/>
          </a:avLst>
        </a:prstGeom>
        <a:solidFill>
          <a:srgbClr val="FED4D4"/>
        </a:solidFill>
        <a:ln w="19050" cap="flat" cmpd="sng" algn="ctr">
          <a:solidFill>
            <a:srgbClr val="C0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Comparative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Measures of Association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C00000"/>
              </a:solidFill>
            </a:rPr>
            <a:t>“Effect Size”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rgbClr val="C00000"/>
              </a:solidFill>
            </a:rPr>
            <a:t>Bi-/Multivariate Analysis</a:t>
          </a:r>
        </a:p>
      </dsp:txBody>
      <dsp:txXfrm>
        <a:off x="2701342" y="1705790"/>
        <a:ext cx="3737766" cy="1764215"/>
      </dsp:txXfrm>
    </dsp:sp>
    <dsp:sp modelId="{C35C7407-0A35-4D05-991E-24D1F2BC928C}">
      <dsp:nvSpPr>
        <dsp:cNvPr id="0" name=""/>
        <dsp:cNvSpPr/>
      </dsp:nvSpPr>
      <dsp:spPr>
        <a:xfrm>
          <a:off x="2646585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2680750" y="3671915"/>
        <a:ext cx="1196476" cy="1098145"/>
      </dsp:txXfrm>
    </dsp:sp>
    <dsp:sp modelId="{1A998346-CEEB-4F14-ACBF-CC3EC1C5D1D0}">
      <dsp:nvSpPr>
        <dsp:cNvPr id="0" name=""/>
        <dsp:cNvSpPr/>
      </dsp:nvSpPr>
      <dsp:spPr>
        <a:xfrm>
          <a:off x="2646585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Correlation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Slope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𝑦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𝑎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lang="en-US" sz="1200" b="0" i="1" kern="1200" smtClean="0">
                    <a:solidFill>
                      <a:schemeClr val="accent2"/>
                    </a:solidFill>
                    <a:latin typeface="Cambria Math" panose="02040503050406030204" pitchFamily="18" charset="0"/>
                  </a:rPr>
                  <m:t>𝑏𝑥</m:t>
                </m:r>
              </m:oMath>
            </m:oMathPara>
          </a14:m>
          <a:endParaRPr lang="en-US" sz="1200" kern="1200" dirty="0">
            <a:solidFill>
              <a:schemeClr val="accent2"/>
            </a:solidFill>
            <a:latin typeface="+mn-lt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Regression</a:t>
          </a:r>
        </a:p>
      </dsp:txBody>
      <dsp:txXfrm>
        <a:off x="2680750" y="4951248"/>
        <a:ext cx="1196476" cy="1098145"/>
      </dsp:txXfrm>
    </dsp:sp>
    <dsp:sp modelId="{0A9FD46E-6553-4CB1-AF38-449D53EAA4BE}">
      <dsp:nvSpPr>
        <dsp:cNvPr id="0" name=""/>
        <dsp:cNvSpPr/>
      </dsp:nvSpPr>
      <dsp:spPr>
        <a:xfrm>
          <a:off x="393782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3971987" y="3671915"/>
        <a:ext cx="1196476" cy="1098145"/>
      </dsp:txXfrm>
    </dsp:sp>
    <dsp:sp modelId="{C6062501-984E-46BF-99DD-B3A938E58769}">
      <dsp:nvSpPr>
        <dsp:cNvPr id="0" name=""/>
        <dsp:cNvSpPr/>
      </dsp:nvSpPr>
      <dsp:spPr>
        <a:xfrm>
          <a:off x="393782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OR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RD/AR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Regression</a:t>
          </a:r>
        </a:p>
      </dsp:txBody>
      <dsp:txXfrm>
        <a:off x="3971987" y="4951248"/>
        <a:ext cx="1196476" cy="1098145"/>
      </dsp:txXfrm>
    </dsp:sp>
    <dsp:sp modelId="{8C46C885-1840-47EA-A529-D9E7568B2BEF}">
      <dsp:nvSpPr>
        <dsp:cNvPr id="0" name=""/>
        <dsp:cNvSpPr/>
      </dsp:nvSpPr>
      <dsp:spPr>
        <a:xfrm>
          <a:off x="5229060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 Data</a:t>
          </a:r>
        </a:p>
      </dsp:txBody>
      <dsp:txXfrm>
        <a:off x="5263225" y="3671915"/>
        <a:ext cx="1196476" cy="1098145"/>
      </dsp:txXfrm>
    </dsp:sp>
    <dsp:sp modelId="{35100762-DAFB-4716-847A-DBCF3FC398B5}">
      <dsp:nvSpPr>
        <dsp:cNvPr id="0" name=""/>
        <dsp:cNvSpPr/>
      </dsp:nvSpPr>
      <dsp:spPr>
        <a:xfrm>
          <a:off x="5229060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Compare group means or medians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5263225" y="4951248"/>
        <a:ext cx="1196476" cy="1098145"/>
      </dsp:txXfrm>
    </dsp:sp>
    <dsp:sp modelId="{B36C5D3E-8A66-46A9-9619-29C463BE858A}">
      <dsp:nvSpPr>
        <dsp:cNvPr id="0" name=""/>
        <dsp:cNvSpPr/>
      </dsp:nvSpPr>
      <dsp:spPr>
        <a:xfrm>
          <a:off x="6626093" y="922449"/>
          <a:ext cx="3877679" cy="615595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accent2">
                  <a:lumMod val="50000"/>
                </a:schemeClr>
              </a:solidFill>
            </a:rPr>
            <a:t>Uncertainty Estimates</a:t>
          </a:r>
        </a:p>
      </dsp:txBody>
      <dsp:txXfrm>
        <a:off x="6644123" y="940479"/>
        <a:ext cx="3841619" cy="579535"/>
      </dsp:txXfrm>
    </dsp:sp>
    <dsp:sp modelId="{96DE08F3-7AF5-43A3-841F-3E467A743A0F}">
      <dsp:nvSpPr>
        <dsp:cNvPr id="0" name=""/>
        <dsp:cNvSpPr/>
      </dsp:nvSpPr>
      <dsp:spPr>
        <a:xfrm>
          <a:off x="6641188" y="1650903"/>
          <a:ext cx="3847488" cy="1873989"/>
        </a:xfrm>
        <a:prstGeom prst="roundRect">
          <a:avLst>
            <a:gd name="adj" fmla="val 10000"/>
          </a:avLst>
        </a:prstGeom>
        <a:solidFill>
          <a:srgbClr val="F1E1E1"/>
        </a:solidFill>
        <a:ln w="19050" cap="flat" cmpd="sng" algn="ctr">
          <a:solidFill>
            <a:schemeClr val="accent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Inferential Analysis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accent2">
                  <a:lumMod val="50000"/>
                </a:schemeClr>
              </a:solidFill>
            </a:rPr>
            <a:t>Statistical Tests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0" kern="1200" dirty="0">
            <a:solidFill>
              <a:schemeClr val="accent2">
                <a:lumMod val="50000"/>
              </a:schemeClr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>
              <a:solidFill>
                <a:schemeClr val="accent2">
                  <a:lumMod val="50000"/>
                </a:schemeClr>
              </a:solidFill>
            </a:rPr>
            <a:t>Bi-/Multivariate Analysis</a:t>
          </a:r>
        </a:p>
      </dsp:txBody>
      <dsp:txXfrm>
        <a:off x="6696075" y="1705790"/>
        <a:ext cx="3737714" cy="1764215"/>
      </dsp:txXfrm>
    </dsp:sp>
    <dsp:sp modelId="{7521016D-0331-4401-ACBA-C7CA96CE774E}">
      <dsp:nvSpPr>
        <dsp:cNvPr id="0" name=""/>
        <dsp:cNvSpPr/>
      </dsp:nvSpPr>
      <dsp:spPr>
        <a:xfrm>
          <a:off x="6641292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2"/>
              </a:solidFill>
            </a:rPr>
            <a:t>Numerical Data</a:t>
          </a:r>
        </a:p>
      </dsp:txBody>
      <dsp:txXfrm>
        <a:off x="6675457" y="3671915"/>
        <a:ext cx="1196476" cy="1098145"/>
      </dsp:txXfrm>
    </dsp:sp>
    <dsp:sp modelId="{702169C3-24E0-4C0D-B1A8-594916488CD3}">
      <dsp:nvSpPr>
        <dsp:cNvPr id="0" name=""/>
        <dsp:cNvSpPr/>
      </dsp:nvSpPr>
      <dsp:spPr>
        <a:xfrm>
          <a:off x="6641292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accent2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2"/>
              </a:solidFill>
              <a:latin typeface="+mn-lt"/>
            </a:rPr>
            <a:t>Linear Regression</a:t>
          </a:r>
        </a:p>
      </dsp:txBody>
      <dsp:txXfrm>
        <a:off x="6675457" y="4951248"/>
        <a:ext cx="1196476" cy="1098145"/>
      </dsp:txXfrm>
    </dsp:sp>
    <dsp:sp modelId="{D15BC29B-E0B5-4822-A229-59AD3FAF0641}">
      <dsp:nvSpPr>
        <dsp:cNvPr id="0" name=""/>
        <dsp:cNvSpPr/>
      </dsp:nvSpPr>
      <dsp:spPr>
        <a:xfrm>
          <a:off x="7932529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rgbClr val="0070C0"/>
              </a:solidFill>
            </a:rPr>
            <a:t>Categorical Data</a:t>
          </a:r>
        </a:p>
      </dsp:txBody>
      <dsp:txXfrm>
        <a:off x="7966694" y="3671915"/>
        <a:ext cx="1196476" cy="1098145"/>
      </dsp:txXfrm>
    </dsp:sp>
    <dsp:sp modelId="{9C268088-CA27-4AFD-921B-D81EAC9D0E94}">
      <dsp:nvSpPr>
        <dsp:cNvPr id="0" name=""/>
        <dsp:cNvSpPr/>
      </dsp:nvSpPr>
      <dsp:spPr>
        <a:xfrm>
          <a:off x="7932529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4">
            <a:lumMod val="20000"/>
            <a:lumOff val="80000"/>
          </a:schemeClr>
        </a:solidFill>
        <a:ln w="19050" cap="flat" cmpd="sng" algn="ctr">
          <a:solidFill>
            <a:srgbClr val="0070C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rgbClr val="0070C0"/>
              </a:solidFill>
              <a:latin typeface="+mn-lt"/>
            </a:rPr>
            <a:t>X</a:t>
          </a:r>
          <a:r>
            <a:rPr lang="en-US" sz="1200" kern="1200" baseline="30000" dirty="0">
              <a:solidFill>
                <a:srgbClr val="0070C0"/>
              </a:solidFill>
              <a:latin typeface="+mn-lt"/>
            </a:rPr>
            <a:t>2</a:t>
          </a:r>
          <a:r>
            <a:rPr lang="en-US" sz="1200" kern="1200" baseline="0" dirty="0">
              <a:solidFill>
                <a:srgbClr val="0070C0"/>
              </a:solidFill>
              <a:latin typeface="+mn-lt"/>
            </a:rPr>
            <a:t> 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baseline="0" dirty="0">
              <a:solidFill>
                <a:srgbClr val="0070C0"/>
              </a:solidFill>
              <a:latin typeface="+mn-lt"/>
            </a:rPr>
            <a:t>Logistic Regression</a:t>
          </a:r>
          <a:endParaRPr lang="en-US" sz="1200" kern="1200" dirty="0">
            <a:solidFill>
              <a:srgbClr val="0070C0"/>
            </a:solidFill>
            <a:latin typeface="+mn-lt"/>
          </a:endParaRPr>
        </a:p>
      </dsp:txBody>
      <dsp:txXfrm>
        <a:off x="7966694" y="4951248"/>
        <a:ext cx="1196476" cy="1098145"/>
      </dsp:txXfrm>
    </dsp:sp>
    <dsp:sp modelId="{72483ECE-3490-4614-9C31-ACF954A99BEA}">
      <dsp:nvSpPr>
        <dsp:cNvPr id="0" name=""/>
        <dsp:cNvSpPr/>
      </dsp:nvSpPr>
      <dsp:spPr>
        <a:xfrm>
          <a:off x="9223767" y="3637750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accent5"/>
              </a:solidFill>
            </a:rPr>
            <a:t>Numerical and Categorical</a:t>
          </a:r>
        </a:p>
      </dsp:txBody>
      <dsp:txXfrm>
        <a:off x="9257932" y="3671915"/>
        <a:ext cx="1196476" cy="1098145"/>
      </dsp:txXfrm>
    </dsp:sp>
    <dsp:sp modelId="{095615C8-9E93-41DE-8AC6-3E6FFE5ED783}">
      <dsp:nvSpPr>
        <dsp:cNvPr id="0" name=""/>
        <dsp:cNvSpPr/>
      </dsp:nvSpPr>
      <dsp:spPr>
        <a:xfrm>
          <a:off x="9223767" y="4917083"/>
          <a:ext cx="1264806" cy="1166475"/>
        </a:xfrm>
        <a:prstGeom prst="roundRect">
          <a:avLst>
            <a:gd name="adj" fmla="val 10000"/>
          </a:avLst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T-Test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M/ANOVA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Wilcoxon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5"/>
              </a:solidFill>
              <a:latin typeface="+mn-lt"/>
            </a:rPr>
            <a:t>Regression</a:t>
          </a:r>
        </a:p>
      </dsp:txBody>
      <dsp:txXfrm>
        <a:off x="9257932" y="4951248"/>
        <a:ext cx="1196476" cy="10981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89DEE-1D90-4938-98FB-F3BBB412931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E4B20-45D2-4785-ACF7-FD1DB34F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4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en-US" dirty="0"/>
              <a:t>Sample of 50, compare the weights of boys and girls</a:t>
            </a:r>
          </a:p>
        </p:txBody>
      </p:sp>
    </p:spTree>
    <p:extLst>
      <p:ext uri="{BB962C8B-B14F-4D97-AF65-F5344CB8AC3E}">
        <p14:creationId xmlns:p14="http://schemas.microsoft.com/office/powerpoint/2010/main" val="1157493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r>
              <a:rPr lang="ar-SA" dirty="0"/>
              <a:t>التحليل الاستنباطي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516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4B20-45D2-4785-ACF7-FD1DB34FBE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B70C-8442-100F-3394-0BA4D54CE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CD122-679D-4FF3-30FF-E92345F3A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242A-E49C-B1F7-61AA-E7A9B945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E194-60B8-4E70-B56A-14C29635914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9DD67-2876-E55C-BE34-39EA97E1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151B-9611-7DC6-5639-43D53857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80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A61E-0093-95D6-613E-4FA38483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D0F5-1A89-F067-E122-F6AFC200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665F-602E-F301-40EE-A714E3EF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D4FF-5BFC-4974-ACBF-6FC31DFDD12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6169F-222D-997D-D2EE-05B710ED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2F4C4-56F2-5CAE-06E9-B696942C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6502-7A16-6C67-F54D-D7E97F6C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DC41-FDB2-A38F-9FAC-62B93C308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8C71-879A-6E60-1898-4D6618C2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A7DF-9E19-4C73-BD99-108704D0B752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C72C-45CB-EB07-2FB8-840A138A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C7CE-7B2D-EB9A-038C-3D3C8178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795-A2D7-1F6E-F0AF-F9B73CBB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CC65-4A27-FCE7-0347-AA1F9B28D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3E4D1-70C1-5F34-EE6E-C6B51D5C9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07DF0-4F31-4BFF-39BA-5079026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23C33-77A8-4891-B47C-B0E341C85E44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A6CF8-0B76-00C7-F18D-ECC2985C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FD2B3-353E-3395-54DA-7870443B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356A-8BB2-5F51-6AC7-A2F274F9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B5A08-4EDD-8BC3-48C0-B9B8CE63A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B3882-070A-07CD-48E8-F9683B795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EA600-F721-F28B-6AAA-C200FA68B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66468-E886-E76F-8826-D9AB84C1B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BB26B-7336-3BBF-8A43-90A23B1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C54E-4B48-4287-9BD8-882B0B653A15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1496-6D51-0C5F-07F8-D49E7367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83C39-4EC9-C59D-E49C-591BC5EC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0D87-9EDE-2AAF-B708-08F4CD4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87BE4-2C5F-1D69-F956-20C4F594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502B-FFA8-4C7A-8C5F-03AB532A224D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0B869-7561-311B-D81F-1D442402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44C59-ED39-155C-F775-E0C69D7D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3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92A1D-3F2B-6620-0C9F-5B02CDBD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2291-7737-4B6C-A3B1-9A58450A8E99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E8100-2C7F-E0FD-5715-CC59A532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6AD95-3DC6-5463-C099-B2C25F1F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8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CA60-19C7-EEA7-E0F6-D18AB1B9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F1A2-140E-B9D6-124B-79D7D6E7D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379A-0879-1073-D914-81FD68D40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8745F-0463-7533-4E48-E39F9FEA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9C5B-67BB-4641-B38E-8E2419569036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7EE9A-EB4D-7EE8-71E6-EAB530A5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67E94-1A88-BE0E-D97C-4F853F68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65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66CA-C287-F3A2-FF42-7B43BD3F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F00FF-91BC-7F55-AB55-91C830E2F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E9532-967B-DCEC-B0A3-5DE05724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61588-B585-69CA-6043-30EDDCE5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5BE0-76EA-4779-A118-E29747D0A9BD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4F70-580D-3CB5-C9B9-DDF3C28A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9CF76-859D-9976-C996-38AB9D2B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5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56F1-27B8-F157-3F21-FADE0C39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26BD5-63EA-AE6B-399C-ED12A5437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C6A8-2080-B1FC-089C-F77D6EDD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DC9B5-4018-4155-BE6F-1D436DFA15F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1A6C5-0B38-A511-8BA3-3E115502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880B-FCCA-3865-8BE5-F95E4864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5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F7C14-08F0-1971-7051-696A5341A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11444-89BD-E7F3-7CDA-046B10D45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9E542-27B8-36C9-5D39-537BC7F9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E7DC-C501-49C4-9B32-30349A87EB0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E4D7-8CBE-528D-7B54-9641432C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D627-34A8-A9EB-DCB2-F507B1A9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36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 userDrawn="1">
  <p:cSld name="One column 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4789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9D8FE-10B2-FCDD-A9E9-E4DCF9D2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73E0-928F-3F77-CE73-CA65AFB5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5006-38C5-F9E0-54D5-D6A49A755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A9AB-EC8D-4363-9402-6FF3C32FBBFB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1BFB-EC38-BC3D-6329-DE85E24F0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CBF0D-A257-D18C-868F-30ABAE5FC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26" Type="http://schemas.openxmlformats.org/officeDocument/2006/relationships/image" Target="../media/image35.png"/><Relationship Id="rId3" Type="http://schemas.openxmlformats.org/officeDocument/2006/relationships/image" Target="../media/image12.svg"/><Relationship Id="rId21" Type="http://schemas.openxmlformats.org/officeDocument/2006/relationships/image" Target="../media/image30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5" Type="http://schemas.openxmlformats.org/officeDocument/2006/relationships/image" Target="../media/image34.sv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24" Type="http://schemas.openxmlformats.org/officeDocument/2006/relationships/image" Target="../media/image33.png"/><Relationship Id="rId5" Type="http://schemas.openxmlformats.org/officeDocument/2006/relationships/image" Target="../media/image14.svg"/><Relationship Id="rId15" Type="http://schemas.openxmlformats.org/officeDocument/2006/relationships/image" Target="../media/image24.svg"/><Relationship Id="rId23" Type="http://schemas.openxmlformats.org/officeDocument/2006/relationships/image" Target="../media/image32.svg"/><Relationship Id="rId10" Type="http://schemas.openxmlformats.org/officeDocument/2006/relationships/image" Target="../media/image19.png"/><Relationship Id="rId19" Type="http://schemas.openxmlformats.org/officeDocument/2006/relationships/image" Target="../media/image28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23.png"/><Relationship Id="rId22" Type="http://schemas.openxmlformats.org/officeDocument/2006/relationships/image" Target="../media/image31.png"/><Relationship Id="rId27" Type="http://schemas.openxmlformats.org/officeDocument/2006/relationships/image" Target="../media/image3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30.svg"/><Relationship Id="rId1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12.svg"/><Relationship Id="rId12" Type="http://schemas.openxmlformats.org/officeDocument/2006/relationships/image" Target="../media/image29.png"/><Relationship Id="rId17" Type="http://schemas.openxmlformats.org/officeDocument/2006/relationships/image" Target="../media/image22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39.svg"/><Relationship Id="rId15" Type="http://schemas.openxmlformats.org/officeDocument/2006/relationships/image" Target="../media/image28.svg"/><Relationship Id="rId10" Type="http://schemas.openxmlformats.org/officeDocument/2006/relationships/image" Target="../media/image15.png"/><Relationship Id="rId19" Type="http://schemas.openxmlformats.org/officeDocument/2006/relationships/image" Target="../media/image41.svg"/><Relationship Id="rId4" Type="http://schemas.openxmlformats.org/officeDocument/2006/relationships/image" Target="../media/image38.svg"/><Relationship Id="rId9" Type="http://schemas.openxmlformats.org/officeDocument/2006/relationships/image" Target="../media/image14.svg"/><Relationship Id="rId1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7.png"/><Relationship Id="rId18" Type="http://schemas.openxmlformats.org/officeDocument/2006/relationships/image" Target="../media/image38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30.sv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3.svg"/><Relationship Id="rId20" Type="http://schemas.openxmlformats.org/officeDocument/2006/relationships/image" Target="../media/image4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29.png"/><Relationship Id="rId5" Type="http://schemas.openxmlformats.org/officeDocument/2006/relationships/image" Target="../media/image13.png"/><Relationship Id="rId15" Type="http://schemas.openxmlformats.org/officeDocument/2006/relationships/image" Target="../media/image42.png"/><Relationship Id="rId10" Type="http://schemas.openxmlformats.org/officeDocument/2006/relationships/image" Target="../media/image22.svg"/><Relationship Id="rId19" Type="http://schemas.openxmlformats.org/officeDocument/2006/relationships/image" Target="../media/image39.svg"/><Relationship Id="rId4" Type="http://schemas.openxmlformats.org/officeDocument/2006/relationships/image" Target="../media/image12.svg"/><Relationship Id="rId9" Type="http://schemas.openxmlformats.org/officeDocument/2006/relationships/image" Target="../media/image21.png"/><Relationship Id="rId14" Type="http://schemas.openxmlformats.org/officeDocument/2006/relationships/image" Target="../media/image2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7755121/" TargetMode="Externa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nejm.org/doi/pdf/10.1056/NEJMoa021423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jm.org/doi/pdf/10.1056/NEJMoa021423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pmc.ncbi.nlm.nih.gov/articles/PMC5930893/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mtwfig@gmail.com" TargetMode="External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hyperlink" Target="https://www.linkedin.com/in/mohamed-albirair-0206bbb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873A-61D8-0647-EABF-4E951442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0662"/>
            <a:ext cx="9144000" cy="3011487"/>
          </a:xfrm>
        </p:spPr>
        <p:txBody>
          <a:bodyPr>
            <a:normAutofit/>
          </a:bodyPr>
          <a:lstStyle/>
          <a:p>
            <a:r>
              <a:rPr lang="en-US" b="1" dirty="0"/>
              <a:t>Data Analysis (III):</a:t>
            </a:r>
            <a:br>
              <a:rPr lang="en-US" dirty="0"/>
            </a:br>
            <a:r>
              <a:rPr lang="en-US" dirty="0"/>
              <a:t>Statistical Tests and </a:t>
            </a:r>
            <a:r>
              <a:rPr lang="en-US" sz="5300" dirty="0"/>
              <a:t>Communicating Findings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863A5-B54A-CBE7-6F54-78F5A7017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1688"/>
            <a:ext cx="9144000" cy="1123950"/>
          </a:xfrm>
        </p:spPr>
        <p:txBody>
          <a:bodyPr anchor="b"/>
          <a:lstStyle/>
          <a:p>
            <a:r>
              <a:rPr lang="en-US" dirty="0"/>
              <a:t>Mohamed Albirair, MBBS, MPH, PhD</a:t>
            </a:r>
          </a:p>
          <a:p>
            <a:r>
              <a:rPr lang="en-US" dirty="0"/>
              <a:t>Jan 2026</a:t>
            </a:r>
          </a:p>
        </p:txBody>
      </p:sp>
    </p:spTree>
    <p:extLst>
      <p:ext uri="{BB962C8B-B14F-4D97-AF65-F5344CB8AC3E}">
        <p14:creationId xmlns:p14="http://schemas.microsoft.com/office/powerpoint/2010/main" val="73206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48B1-9981-73CE-5223-6FA8419B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D019-D84D-6764-2BD9-8EA34B3E1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Revision</a:t>
            </a:r>
          </a:p>
          <a:p>
            <a:endParaRPr lang="en-US" dirty="0"/>
          </a:p>
          <a:p>
            <a:r>
              <a:rPr lang="en-US" dirty="0"/>
              <a:t>Hypothesis Testing and Statistical Tests</a:t>
            </a:r>
          </a:p>
          <a:p>
            <a:endParaRPr lang="en-US" dirty="0"/>
          </a:p>
          <a:p>
            <a:r>
              <a:rPr lang="en-US" dirty="0"/>
              <a:t>Communicating Evidence: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Statistical Output Interpretation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Visualization of Evidence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B7ED2-575D-ED53-A233-5C52E8B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3A271-00AA-F9A4-4F21-5F33FACA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1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97D8E6-AC10-7397-75F1-FE92E741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| 	Brief Revision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69A402-0A59-3929-F8D9-072FC5A699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873577A-85AC-0E4B-3A1A-84CEE2D7B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236BB-7CA7-543C-6C92-41D88E29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336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81F3243-380D-490F-B02F-88480D0B8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0624960"/>
              </p:ext>
            </p:extLst>
          </p:nvPr>
        </p:nvGraphicFramePr>
        <p:xfrm>
          <a:off x="183716" y="707922"/>
          <a:ext cx="11824571" cy="59893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374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8">
                                            <p:graphicEl>
                                              <a:dgm id="{B7EA2692-A12D-49F6-8946-75321087D2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" fill="hold"/>
                                        <p:tgtEl>
                                          <p:spTgt spid="8">
                                            <p:graphicEl>
                                              <a:dgm id="{ED67039B-EED0-44AC-9435-6A0ADD6BC8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" fill="hold"/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" fill="hold"/>
                                        <p:tgtEl>
                                          <p:spTgt spid="8">
                                            <p:graphicEl>
                                              <a:dgm id="{73B8E8C9-2BC5-4972-AB45-31CC8C7BF6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" fill="hold"/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" fill="hold"/>
                                        <p:tgtEl>
                                          <p:spTgt spid="8">
                                            <p:graphicEl>
                                              <a:dgm id="{63051FFE-45A1-4DBD-B364-5EC99DD33A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" fill="hold"/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" fill="hold"/>
                                        <p:tgtEl>
                                          <p:spTgt spid="8">
                                            <p:graphicEl>
                                              <a:dgm id="{3AEF71A6-5F1F-4BB8-9200-65225EDB2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" fill="hold"/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" fill="hold"/>
                                        <p:tgtEl>
                                          <p:spTgt spid="8">
                                            <p:graphicEl>
                                              <a:dgm id="{509A773C-DDE4-4343-9EE8-F6E3ACE8FB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8">
                                            <p:graphicEl>
                                              <a:dgm id="{4CF13388-382C-44C7-BB30-EFF7D313E3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" fill="hold"/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" fill="hold"/>
                                        <p:tgtEl>
                                          <p:spTgt spid="8">
                                            <p:graphicEl>
                                              <a:dgm id="{D3223EE5-B077-44C5-B26B-34A525C5C70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" fill="hold"/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" fill="hold"/>
                                        <p:tgtEl>
                                          <p:spTgt spid="8">
                                            <p:graphicEl>
                                              <a:dgm id="{578A8C79-92DB-4490-B4ED-A0F4454CF2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" fill="hold"/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" fill="hold"/>
                                        <p:tgtEl>
                                          <p:spTgt spid="8">
                                            <p:graphicEl>
                                              <a:dgm id="{ED181096-BC4B-4FD3-985F-58229FB29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" fill="hold"/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" fill="hold"/>
                                        <p:tgtEl>
                                          <p:spTgt spid="8">
                                            <p:graphicEl>
                                              <a:dgm id="{0EF63B46-2CF5-422B-ADB4-E4A38E51E7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" fill="hold"/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" fill="hold"/>
                                        <p:tgtEl>
                                          <p:spTgt spid="8">
                                            <p:graphicEl>
                                              <a:dgm id="{233EC8A2-12FD-4872-BAB2-D266CDC111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7AFA-5816-AE06-8470-39EF97AC7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5BDC3E-8BF6-8346-2633-57A894FA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Analysis by</a:t>
            </a:r>
            <a:br>
              <a:rPr lang="en-US" dirty="0"/>
            </a:br>
            <a:r>
              <a:rPr lang="en-US" dirty="0"/>
              <a:t>Purpose of the Analysis</a:t>
            </a:r>
          </a:p>
        </p:txBody>
      </p:sp>
      <p:sp>
        <p:nvSpPr>
          <p:cNvPr id="58" name="Google Shape;235;p46">
            <a:extLst>
              <a:ext uri="{FF2B5EF4-FFF2-40B4-BE49-F238E27FC236}">
                <a16:creationId xmlns:a16="http://schemas.microsoft.com/office/drawing/2014/main" id="{560357B5-05DB-014E-F2DA-2F7F544F551D}"/>
              </a:ext>
            </a:extLst>
          </p:cNvPr>
          <p:cNvSpPr txBox="1">
            <a:spLocks/>
          </p:cNvSpPr>
          <p:nvPr/>
        </p:nvSpPr>
        <p:spPr>
          <a:xfrm>
            <a:off x="8852174" y="342900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sym typeface="Montserrat ExtraBold"/>
              </a:rPr>
              <a:t>Inferential</a:t>
            </a:r>
          </a:p>
        </p:txBody>
      </p:sp>
      <p:sp>
        <p:nvSpPr>
          <p:cNvPr id="59" name="Google Shape;236;p46">
            <a:extLst>
              <a:ext uri="{FF2B5EF4-FFF2-40B4-BE49-F238E27FC236}">
                <a16:creationId xmlns:a16="http://schemas.microsoft.com/office/drawing/2014/main" id="{28BC4DA5-4285-1104-4069-8E7029192286}"/>
              </a:ext>
            </a:extLst>
          </p:cNvPr>
          <p:cNvSpPr txBox="1">
            <a:spLocks/>
          </p:cNvSpPr>
          <p:nvPr/>
        </p:nvSpPr>
        <p:spPr>
          <a:xfrm>
            <a:off x="8417548" y="4258550"/>
            <a:ext cx="2936252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Montserrat"/>
              </a:rPr>
              <a:t>M</a:t>
            </a:r>
            <a:r>
              <a:rPr lang="en" sz="2000" kern="0" noProof="0" dirty="0">
                <a:solidFill>
                  <a:schemeClr val="tx1"/>
                </a:solidFill>
                <a:latin typeface="+mn-lt"/>
              </a:rPr>
              <a:t>ake judgements on the source popoulation based on the sample</a:t>
            </a:r>
            <a:endParaRPr kumimoji="0" lang="en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sym typeface="Montserrat"/>
            </a:endParaRPr>
          </a:p>
        </p:txBody>
      </p:sp>
      <p:sp>
        <p:nvSpPr>
          <p:cNvPr id="62" name="Google Shape;239;p46">
            <a:extLst>
              <a:ext uri="{FF2B5EF4-FFF2-40B4-BE49-F238E27FC236}">
                <a16:creationId xmlns:a16="http://schemas.microsoft.com/office/drawing/2014/main" id="{9F8073AA-4AFF-0615-4CAA-079A6773BDDD}"/>
              </a:ext>
            </a:extLst>
          </p:cNvPr>
          <p:cNvSpPr txBox="1">
            <a:spLocks/>
          </p:cNvSpPr>
          <p:nvPr/>
        </p:nvSpPr>
        <p:spPr>
          <a:xfrm>
            <a:off x="1272826" y="342900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sym typeface="Montserrat ExtraBold"/>
              </a:rPr>
              <a:t>Descriptive</a:t>
            </a:r>
          </a:p>
        </p:txBody>
      </p:sp>
      <p:sp>
        <p:nvSpPr>
          <p:cNvPr id="63" name="Google Shape;240;p46">
            <a:extLst>
              <a:ext uri="{FF2B5EF4-FFF2-40B4-BE49-F238E27FC236}">
                <a16:creationId xmlns:a16="http://schemas.microsoft.com/office/drawing/2014/main" id="{48E01185-5763-133E-BB7C-532FA1C79B89}"/>
              </a:ext>
            </a:extLst>
          </p:cNvPr>
          <p:cNvSpPr txBox="1">
            <a:spLocks/>
          </p:cNvSpPr>
          <p:nvPr/>
        </p:nvSpPr>
        <p:spPr>
          <a:xfrm>
            <a:off x="838200" y="4258550"/>
            <a:ext cx="2936252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Montserrat"/>
              </a:rPr>
              <a:t>Describe summaries of every variable individually</a:t>
            </a:r>
          </a:p>
        </p:txBody>
      </p:sp>
      <p:cxnSp>
        <p:nvCxnSpPr>
          <p:cNvPr id="64" name="Google Shape;241;p46">
            <a:extLst>
              <a:ext uri="{FF2B5EF4-FFF2-40B4-BE49-F238E27FC236}">
                <a16:creationId xmlns:a16="http://schemas.microsoft.com/office/drawing/2014/main" id="{3379E9EB-28CA-585F-677A-A9646581DB51}"/>
              </a:ext>
            </a:extLst>
          </p:cNvPr>
          <p:cNvCxnSpPr/>
          <p:nvPr/>
        </p:nvCxnSpPr>
        <p:spPr>
          <a:xfrm>
            <a:off x="9730724" y="4194573"/>
            <a:ext cx="271800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66" name="Google Shape;243;p46">
            <a:extLst>
              <a:ext uri="{FF2B5EF4-FFF2-40B4-BE49-F238E27FC236}">
                <a16:creationId xmlns:a16="http://schemas.microsoft.com/office/drawing/2014/main" id="{BAA1BA8A-14FC-4308-ADD6-902C1E935EA3}"/>
              </a:ext>
            </a:extLst>
          </p:cNvPr>
          <p:cNvCxnSpPr/>
          <p:nvPr/>
        </p:nvCxnSpPr>
        <p:spPr>
          <a:xfrm>
            <a:off x="2160904" y="4194573"/>
            <a:ext cx="271800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67" name="Google Shape;244;p46">
            <a:extLst>
              <a:ext uri="{FF2B5EF4-FFF2-40B4-BE49-F238E27FC236}">
                <a16:creationId xmlns:a16="http://schemas.microsoft.com/office/drawing/2014/main" id="{F8955582-90F1-1DD1-20A3-04CAEDBD30AB}"/>
              </a:ext>
            </a:extLst>
          </p:cNvPr>
          <p:cNvSpPr/>
          <p:nvPr/>
        </p:nvSpPr>
        <p:spPr>
          <a:xfrm>
            <a:off x="1964029" y="2548175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8" name="Google Shape;245;p46">
            <a:extLst>
              <a:ext uri="{FF2B5EF4-FFF2-40B4-BE49-F238E27FC236}">
                <a16:creationId xmlns:a16="http://schemas.microsoft.com/office/drawing/2014/main" id="{207EA3AE-04F2-3432-005F-3513F137A50A}"/>
              </a:ext>
            </a:extLst>
          </p:cNvPr>
          <p:cNvSpPr/>
          <p:nvPr/>
        </p:nvSpPr>
        <p:spPr>
          <a:xfrm>
            <a:off x="9543374" y="2548175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0" name="Graphic 69" descr="Abacus with solid fill">
            <a:extLst>
              <a:ext uri="{FF2B5EF4-FFF2-40B4-BE49-F238E27FC236}">
                <a16:creationId xmlns:a16="http://schemas.microsoft.com/office/drawing/2014/main" id="{A1BB4198-75B9-4001-20ED-05A4BE0C4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11898" y="2596040"/>
            <a:ext cx="588856" cy="588856"/>
          </a:xfrm>
          <a:prstGeom prst="rect">
            <a:avLst/>
          </a:prstGeom>
        </p:spPr>
      </p:pic>
      <p:pic>
        <p:nvPicPr>
          <p:cNvPr id="71" name="Graphic 70" descr="Research with solid fill">
            <a:extLst>
              <a:ext uri="{FF2B5EF4-FFF2-40B4-BE49-F238E27FC236}">
                <a16:creationId xmlns:a16="http://schemas.microsoft.com/office/drawing/2014/main" id="{4A920EBE-9AAA-E363-50D8-487513C1E1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04690" y="2609481"/>
            <a:ext cx="561974" cy="56197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E44972-6A17-B315-E5BE-6AE2594E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42F174-41D4-6BAA-F8BE-A34A8362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5</a:t>
            </a:fld>
            <a:endParaRPr lang="en-US"/>
          </a:p>
        </p:txBody>
      </p:sp>
      <p:sp>
        <p:nvSpPr>
          <p:cNvPr id="10" name="Google Shape;239;p46">
            <a:extLst>
              <a:ext uri="{FF2B5EF4-FFF2-40B4-BE49-F238E27FC236}">
                <a16:creationId xmlns:a16="http://schemas.microsoft.com/office/drawing/2014/main" id="{7681EA14-73BD-D3A3-42A5-6222DBDE57B3}"/>
              </a:ext>
            </a:extLst>
          </p:cNvPr>
          <p:cNvSpPr txBox="1">
            <a:spLocks/>
          </p:cNvSpPr>
          <p:nvPr/>
        </p:nvSpPr>
        <p:spPr>
          <a:xfrm>
            <a:off x="5062500" y="3429000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j-lt"/>
                <a:sym typeface="Montserrat ExtraBold"/>
              </a:rPr>
              <a:t>Comparative</a:t>
            </a:r>
          </a:p>
        </p:txBody>
      </p:sp>
      <p:sp>
        <p:nvSpPr>
          <p:cNvPr id="11" name="Google Shape;240;p46">
            <a:extLst>
              <a:ext uri="{FF2B5EF4-FFF2-40B4-BE49-F238E27FC236}">
                <a16:creationId xmlns:a16="http://schemas.microsoft.com/office/drawing/2014/main" id="{8C5F96C2-CCDF-A132-FC0F-E2CC51517973}"/>
              </a:ext>
            </a:extLst>
          </p:cNvPr>
          <p:cNvSpPr txBox="1">
            <a:spLocks/>
          </p:cNvSpPr>
          <p:nvPr/>
        </p:nvSpPr>
        <p:spPr>
          <a:xfrm>
            <a:off x="4627874" y="4258550"/>
            <a:ext cx="2936252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Montserrat"/>
              <a:buNone/>
              <a:defRPr sz="21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None/>
              <a:tabLst/>
              <a:defRPr/>
            </a:pPr>
            <a:r>
              <a:rPr kumimoji="0" lang="en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sym typeface="Montserrat"/>
              </a:rPr>
              <a:t>Explore associations in the sample only, with no further interpretation</a:t>
            </a:r>
          </a:p>
        </p:txBody>
      </p:sp>
      <p:cxnSp>
        <p:nvCxnSpPr>
          <p:cNvPr id="12" name="Google Shape;243;p46">
            <a:extLst>
              <a:ext uri="{FF2B5EF4-FFF2-40B4-BE49-F238E27FC236}">
                <a16:creationId xmlns:a16="http://schemas.microsoft.com/office/drawing/2014/main" id="{1B9F28B6-ADE1-2060-9B06-1846FF6724CD}"/>
              </a:ext>
            </a:extLst>
          </p:cNvPr>
          <p:cNvCxnSpPr/>
          <p:nvPr/>
        </p:nvCxnSpPr>
        <p:spPr>
          <a:xfrm>
            <a:off x="5960103" y="4194573"/>
            <a:ext cx="271800" cy="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13" name="Google Shape;244;p46">
            <a:extLst>
              <a:ext uri="{FF2B5EF4-FFF2-40B4-BE49-F238E27FC236}">
                <a16:creationId xmlns:a16="http://schemas.microsoft.com/office/drawing/2014/main" id="{9AD2F78E-54F4-A353-4436-6139168D9B8E}"/>
              </a:ext>
            </a:extLst>
          </p:cNvPr>
          <p:cNvSpPr/>
          <p:nvPr/>
        </p:nvSpPr>
        <p:spPr>
          <a:xfrm>
            <a:off x="5753703" y="2548175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Graphic 13" descr="Bar graph with upward trend with solid fill">
            <a:extLst>
              <a:ext uri="{FF2B5EF4-FFF2-40B4-BE49-F238E27FC236}">
                <a16:creationId xmlns:a16="http://schemas.microsoft.com/office/drawing/2014/main" id="{87F89CDB-2A04-7A0A-1CE9-4E0A23194C1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01572" y="2596040"/>
            <a:ext cx="588856" cy="588856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1890D2-4E19-F7C9-BB1C-299735DB86B4}"/>
              </a:ext>
            </a:extLst>
          </p:cNvPr>
          <p:cNvSpPr/>
          <p:nvPr/>
        </p:nvSpPr>
        <p:spPr>
          <a:xfrm>
            <a:off x="685800" y="2362202"/>
            <a:ext cx="7143750" cy="3131448"/>
          </a:xfrm>
          <a:prstGeom prst="roundRect">
            <a:avLst>
              <a:gd name="adj" fmla="val 9489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AE798DB-B3F7-0803-849D-F622FD0DFB67}"/>
              </a:ext>
            </a:extLst>
          </p:cNvPr>
          <p:cNvSpPr/>
          <p:nvPr/>
        </p:nvSpPr>
        <p:spPr>
          <a:xfrm>
            <a:off x="8153400" y="2362202"/>
            <a:ext cx="3351828" cy="3131448"/>
          </a:xfrm>
          <a:prstGeom prst="roundRect">
            <a:avLst>
              <a:gd name="adj" fmla="val 9489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239;p46">
            <a:extLst>
              <a:ext uri="{FF2B5EF4-FFF2-40B4-BE49-F238E27FC236}">
                <a16:creationId xmlns:a16="http://schemas.microsoft.com/office/drawing/2014/main" id="{5695EB05-488E-7728-A8B0-517F5DB79647}"/>
              </a:ext>
            </a:extLst>
          </p:cNvPr>
          <p:cNvSpPr txBox="1">
            <a:spLocks/>
          </p:cNvSpPr>
          <p:nvPr/>
        </p:nvSpPr>
        <p:spPr>
          <a:xfrm>
            <a:off x="3005100" y="175224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j-lt"/>
                <a:sym typeface="Montserrat ExtraBold"/>
              </a:rPr>
              <a:t>Mathematics</a:t>
            </a:r>
          </a:p>
        </p:txBody>
      </p:sp>
      <p:sp>
        <p:nvSpPr>
          <p:cNvPr id="18" name="Google Shape;239;p46">
            <a:extLst>
              <a:ext uri="{FF2B5EF4-FFF2-40B4-BE49-F238E27FC236}">
                <a16:creationId xmlns:a16="http://schemas.microsoft.com/office/drawing/2014/main" id="{C481B204-CE3F-0CD8-941E-BCEC9AFDD527}"/>
              </a:ext>
            </a:extLst>
          </p:cNvPr>
          <p:cNvSpPr txBox="1">
            <a:spLocks/>
          </p:cNvSpPr>
          <p:nvPr/>
        </p:nvSpPr>
        <p:spPr>
          <a:xfrm>
            <a:off x="8833124" y="1752245"/>
            <a:ext cx="2067000" cy="5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ExtraBold"/>
              <a:buNone/>
              <a:defRPr sz="1800" b="0" i="0" u="none" strike="noStrike" cap="none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Montserrat"/>
              <a:buNone/>
              <a:defRPr sz="42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Montserrat ExtraBold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+mj-lt"/>
                <a:sym typeface="Montserrat ExtraBold"/>
              </a:rPr>
              <a:t>Statistics</a:t>
            </a:r>
          </a:p>
        </p:txBody>
      </p:sp>
    </p:spTree>
    <p:extLst>
      <p:ext uri="{BB962C8B-B14F-4D97-AF65-F5344CB8AC3E}">
        <p14:creationId xmlns:p14="http://schemas.microsoft.com/office/powerpoint/2010/main" val="105178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 build="p"/>
      <p:bldP spid="62" grpId="0"/>
      <p:bldP spid="63" grpId="0" build="p"/>
      <p:bldP spid="67" grpId="0" animBg="1"/>
      <p:bldP spid="68" grpId="0" animBg="1"/>
      <p:bldP spid="10" grpId="0"/>
      <p:bldP spid="11" grpId="0" build="p"/>
      <p:bldP spid="13" grpId="0" animBg="1"/>
      <p:bldP spid="15" grpId="0" animBg="1"/>
      <p:bldP spid="16" grpId="0" animBg="1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DCFDA7-7FE2-6949-CB5D-84AAFBB0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Analysis by</a:t>
            </a:r>
            <a:br>
              <a:rPr lang="en-US" dirty="0"/>
            </a:br>
            <a:r>
              <a:rPr lang="en-US" dirty="0"/>
              <a:t>Number of Variables</a:t>
            </a:r>
          </a:p>
        </p:txBody>
      </p:sp>
      <p:sp>
        <p:nvSpPr>
          <p:cNvPr id="22" name="Google Shape;235;p46">
            <a:extLst>
              <a:ext uri="{FF2B5EF4-FFF2-40B4-BE49-F238E27FC236}">
                <a16:creationId xmlns:a16="http://schemas.microsoft.com/office/drawing/2014/main" id="{EB113B4E-8675-0803-AC08-582A57A54C58}"/>
              </a:ext>
            </a:extLst>
          </p:cNvPr>
          <p:cNvSpPr txBox="1">
            <a:spLocks/>
          </p:cNvSpPr>
          <p:nvPr/>
        </p:nvSpPr>
        <p:spPr>
          <a:xfrm>
            <a:off x="5075197" y="3244225"/>
            <a:ext cx="2067000" cy="548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Bivariate</a:t>
            </a:r>
          </a:p>
        </p:txBody>
      </p:sp>
      <p:sp>
        <p:nvSpPr>
          <p:cNvPr id="23" name="Google Shape;236;p46">
            <a:extLst>
              <a:ext uri="{FF2B5EF4-FFF2-40B4-BE49-F238E27FC236}">
                <a16:creationId xmlns:a16="http://schemas.microsoft.com/office/drawing/2014/main" id="{856B3C56-A05F-7F1D-7840-7966D89B00E9}"/>
              </a:ext>
            </a:extLst>
          </p:cNvPr>
          <p:cNvSpPr txBox="1">
            <a:spLocks/>
          </p:cNvSpPr>
          <p:nvPr/>
        </p:nvSpPr>
        <p:spPr>
          <a:xfrm>
            <a:off x="4638675" y="3929125"/>
            <a:ext cx="2940044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Describe/explore relationship between 2 variables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relationship between age and weight</a:t>
            </a:r>
          </a:p>
        </p:txBody>
      </p:sp>
      <p:sp>
        <p:nvSpPr>
          <p:cNvPr id="24" name="Google Shape;237;p46">
            <a:extLst>
              <a:ext uri="{FF2B5EF4-FFF2-40B4-BE49-F238E27FC236}">
                <a16:creationId xmlns:a16="http://schemas.microsoft.com/office/drawing/2014/main" id="{036C4585-53A9-D350-EC7E-A8D4300C2ED9}"/>
              </a:ext>
            </a:extLst>
          </p:cNvPr>
          <p:cNvSpPr txBox="1">
            <a:spLocks/>
          </p:cNvSpPr>
          <p:nvPr/>
        </p:nvSpPr>
        <p:spPr>
          <a:xfrm>
            <a:off x="8730822" y="3244225"/>
            <a:ext cx="2622978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Multivariate</a:t>
            </a:r>
          </a:p>
        </p:txBody>
      </p:sp>
      <p:sp>
        <p:nvSpPr>
          <p:cNvPr id="25" name="Google Shape;238;p46">
            <a:extLst>
              <a:ext uri="{FF2B5EF4-FFF2-40B4-BE49-F238E27FC236}">
                <a16:creationId xmlns:a16="http://schemas.microsoft.com/office/drawing/2014/main" id="{BF593E30-7F0A-30F1-394A-910C8A068FEA}"/>
              </a:ext>
            </a:extLst>
          </p:cNvPr>
          <p:cNvSpPr txBox="1">
            <a:spLocks/>
          </p:cNvSpPr>
          <p:nvPr/>
        </p:nvSpPr>
        <p:spPr>
          <a:xfrm>
            <a:off x="8616522" y="3929125"/>
            <a:ext cx="2851578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Describe/explore relationship between 3 variables or more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relationship between age and weight stratified by sex (and/or race… etc.)</a:t>
            </a:r>
          </a:p>
        </p:txBody>
      </p:sp>
      <p:sp>
        <p:nvSpPr>
          <p:cNvPr id="26" name="Google Shape;239;p46">
            <a:extLst>
              <a:ext uri="{FF2B5EF4-FFF2-40B4-BE49-F238E27FC236}">
                <a16:creationId xmlns:a16="http://schemas.microsoft.com/office/drawing/2014/main" id="{6821A5D4-70E7-50B9-C74D-F198855935BE}"/>
              </a:ext>
            </a:extLst>
          </p:cNvPr>
          <p:cNvSpPr txBox="1">
            <a:spLocks/>
          </p:cNvSpPr>
          <p:nvPr/>
        </p:nvSpPr>
        <p:spPr>
          <a:xfrm>
            <a:off x="838200" y="3244225"/>
            <a:ext cx="2602051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 sz="2400" dirty="0">
                <a:solidFill>
                  <a:srgbClr val="0070C0"/>
                </a:solidFill>
              </a:rPr>
              <a:t>Univariate</a:t>
            </a:r>
          </a:p>
        </p:txBody>
      </p:sp>
      <p:sp>
        <p:nvSpPr>
          <p:cNvPr id="27" name="Google Shape;240;p46">
            <a:extLst>
              <a:ext uri="{FF2B5EF4-FFF2-40B4-BE49-F238E27FC236}">
                <a16:creationId xmlns:a16="http://schemas.microsoft.com/office/drawing/2014/main" id="{1ED70724-FA89-C635-6808-B167AE6FEB78}"/>
              </a:ext>
            </a:extLst>
          </p:cNvPr>
          <p:cNvSpPr txBox="1">
            <a:spLocks/>
          </p:cNvSpPr>
          <p:nvPr/>
        </p:nvSpPr>
        <p:spPr>
          <a:xfrm>
            <a:off x="838200" y="3929125"/>
            <a:ext cx="2602051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Only one variable.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Find summaries.</a:t>
            </a:r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 algn="ctr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US" sz="2000" dirty="0"/>
              <a:t>e.g., age</a:t>
            </a:r>
          </a:p>
        </p:txBody>
      </p:sp>
      <p:cxnSp>
        <p:nvCxnSpPr>
          <p:cNvPr id="28" name="Google Shape;241;p46">
            <a:extLst>
              <a:ext uri="{FF2B5EF4-FFF2-40B4-BE49-F238E27FC236}">
                <a16:creationId xmlns:a16="http://schemas.microsoft.com/office/drawing/2014/main" id="{588542CC-EF52-F860-450F-4E2434057286}"/>
              </a:ext>
            </a:extLst>
          </p:cNvPr>
          <p:cNvCxnSpPr/>
          <p:nvPr/>
        </p:nvCxnSpPr>
        <p:spPr>
          <a:xfrm>
            <a:off x="5972797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29" name="Google Shape;242;p46">
            <a:extLst>
              <a:ext uri="{FF2B5EF4-FFF2-40B4-BE49-F238E27FC236}">
                <a16:creationId xmlns:a16="http://schemas.microsoft.com/office/drawing/2014/main" id="{5F2AB156-F925-BEFA-AD0D-C1AD60022D01}"/>
              </a:ext>
            </a:extLst>
          </p:cNvPr>
          <p:cNvCxnSpPr/>
          <p:nvPr/>
        </p:nvCxnSpPr>
        <p:spPr>
          <a:xfrm>
            <a:off x="9929700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cxnSp>
        <p:nvCxnSpPr>
          <p:cNvPr id="30" name="Google Shape;243;p46">
            <a:extLst>
              <a:ext uri="{FF2B5EF4-FFF2-40B4-BE49-F238E27FC236}">
                <a16:creationId xmlns:a16="http://schemas.microsoft.com/office/drawing/2014/main" id="{86D04491-ABF0-90A4-995C-63B2EEBFEE63}"/>
              </a:ext>
            </a:extLst>
          </p:cNvPr>
          <p:cNvCxnSpPr/>
          <p:nvPr/>
        </p:nvCxnSpPr>
        <p:spPr>
          <a:xfrm>
            <a:off x="1999054" y="3865148"/>
            <a:ext cx="2718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FFFFFF">
                <a:alpha val="50000"/>
              </a:srgbClr>
            </a:outerShdw>
          </a:effectLst>
        </p:spPr>
      </p:cxnSp>
      <p:sp>
        <p:nvSpPr>
          <p:cNvPr id="31" name="Google Shape;244;p46">
            <a:extLst>
              <a:ext uri="{FF2B5EF4-FFF2-40B4-BE49-F238E27FC236}">
                <a16:creationId xmlns:a16="http://schemas.microsoft.com/office/drawing/2014/main" id="{1B918D08-5BAD-12BB-2400-2E1CAC27BA40}"/>
              </a:ext>
            </a:extLst>
          </p:cNvPr>
          <p:cNvSpPr/>
          <p:nvPr/>
        </p:nvSpPr>
        <p:spPr>
          <a:xfrm>
            <a:off x="1795283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2" name="Google Shape;245;p46">
            <a:extLst>
              <a:ext uri="{FF2B5EF4-FFF2-40B4-BE49-F238E27FC236}">
                <a16:creationId xmlns:a16="http://schemas.microsoft.com/office/drawing/2014/main" id="{EC83C2D9-48A6-9B5A-6D5E-147F583035DA}"/>
              </a:ext>
            </a:extLst>
          </p:cNvPr>
          <p:cNvSpPr/>
          <p:nvPr/>
        </p:nvSpPr>
        <p:spPr>
          <a:xfrm>
            <a:off x="5766397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33" name="Google Shape;246;p46">
            <a:extLst>
              <a:ext uri="{FF2B5EF4-FFF2-40B4-BE49-F238E27FC236}">
                <a16:creationId xmlns:a16="http://schemas.microsoft.com/office/drawing/2014/main" id="{3B87FB2F-ABEB-1AB3-3377-6DB4825677BC}"/>
              </a:ext>
            </a:extLst>
          </p:cNvPr>
          <p:cNvSpPr/>
          <p:nvPr/>
        </p:nvSpPr>
        <p:spPr>
          <a:xfrm>
            <a:off x="9700008" y="2363400"/>
            <a:ext cx="684600" cy="6846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raphic 33" descr="Badge 1 with solid fill">
            <a:extLst>
              <a:ext uri="{FF2B5EF4-FFF2-40B4-BE49-F238E27FC236}">
                <a16:creationId xmlns:a16="http://schemas.microsoft.com/office/drawing/2014/main" id="{30F7E04C-CA9B-32BF-A2E2-3212B42E075B}"/>
              </a:ext>
            </a:extLst>
          </p:cNvPr>
          <p:cNvSpPr/>
          <p:nvPr/>
        </p:nvSpPr>
        <p:spPr>
          <a:xfrm>
            <a:off x="1853355" y="2421415"/>
            <a:ext cx="568240" cy="568240"/>
          </a:xfrm>
          <a:custGeom>
            <a:avLst/>
            <a:gdLst>
              <a:gd name="connsiteX0" fmla="*/ 284120 w 568240"/>
              <a:gd name="connsiteY0" fmla="*/ 0 h 568240"/>
              <a:gd name="connsiteX1" fmla="*/ 0 w 568240"/>
              <a:gd name="connsiteY1" fmla="*/ 284120 h 568240"/>
              <a:gd name="connsiteX2" fmla="*/ 284120 w 568240"/>
              <a:gd name="connsiteY2" fmla="*/ 568240 h 568240"/>
              <a:gd name="connsiteX3" fmla="*/ 568240 w 568240"/>
              <a:gd name="connsiteY3" fmla="*/ 284120 h 568240"/>
              <a:gd name="connsiteX4" fmla="*/ 568240 w 568240"/>
              <a:gd name="connsiteY4" fmla="*/ 284090 h 568240"/>
              <a:gd name="connsiteX5" fmla="*/ 284345 w 568240"/>
              <a:gd name="connsiteY5" fmla="*/ 0 h 568240"/>
              <a:gd name="connsiteX6" fmla="*/ 284120 w 568240"/>
              <a:gd name="connsiteY6" fmla="*/ 0 h 568240"/>
              <a:gd name="connsiteX7" fmla="*/ 315286 w 568240"/>
              <a:gd name="connsiteY7" fmla="*/ 404721 h 568240"/>
              <a:gd name="connsiteX8" fmla="*/ 272068 w 568240"/>
              <a:gd name="connsiteY8" fmla="*/ 404721 h 568240"/>
              <a:gd name="connsiteX9" fmla="*/ 272068 w 568240"/>
              <a:gd name="connsiteY9" fmla="*/ 198313 h 568240"/>
              <a:gd name="connsiteX10" fmla="*/ 260510 w 568240"/>
              <a:gd name="connsiteY10" fmla="*/ 205518 h 568240"/>
              <a:gd name="connsiteX11" fmla="*/ 247972 w 568240"/>
              <a:gd name="connsiteY11" fmla="*/ 211727 h 568240"/>
              <a:gd name="connsiteX12" fmla="*/ 233317 w 568240"/>
              <a:gd name="connsiteY12" fmla="*/ 216821 h 568240"/>
              <a:gd name="connsiteX13" fmla="*/ 216425 w 568240"/>
              <a:gd name="connsiteY13" fmla="*/ 221415 h 568240"/>
              <a:gd name="connsiteX14" fmla="*/ 216425 w 568240"/>
              <a:gd name="connsiteY14" fmla="*/ 186890 h 568240"/>
              <a:gd name="connsiteX15" fmla="*/ 227721 w 568240"/>
              <a:gd name="connsiteY15" fmla="*/ 183411 h 568240"/>
              <a:gd name="connsiteX16" fmla="*/ 237790 w 568240"/>
              <a:gd name="connsiteY16" fmla="*/ 179933 h 568240"/>
              <a:gd name="connsiteX17" fmla="*/ 247725 w 568240"/>
              <a:gd name="connsiteY17" fmla="*/ 175833 h 568240"/>
              <a:gd name="connsiteX18" fmla="*/ 257660 w 568240"/>
              <a:gd name="connsiteY18" fmla="*/ 171733 h 568240"/>
              <a:gd name="connsiteX19" fmla="*/ 267213 w 568240"/>
              <a:gd name="connsiteY19" fmla="*/ 166766 h 568240"/>
              <a:gd name="connsiteX20" fmla="*/ 276789 w 568240"/>
              <a:gd name="connsiteY20" fmla="*/ 161529 h 568240"/>
              <a:gd name="connsiteX21" fmla="*/ 287090 w 568240"/>
              <a:gd name="connsiteY21" fmla="*/ 155545 h 568240"/>
              <a:gd name="connsiteX22" fmla="*/ 297406 w 568240"/>
              <a:gd name="connsiteY22" fmla="*/ 149560 h 568240"/>
              <a:gd name="connsiteX23" fmla="*/ 315286 w 568240"/>
              <a:gd name="connsiteY23" fmla="*/ 149560 h 56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68240" h="568240">
                <a:moveTo>
                  <a:pt x="284120" y="0"/>
                </a:moveTo>
                <a:cubicBezTo>
                  <a:pt x="127205" y="0"/>
                  <a:pt x="0" y="127205"/>
                  <a:pt x="0" y="284120"/>
                </a:cubicBezTo>
                <a:cubicBezTo>
                  <a:pt x="0" y="441035"/>
                  <a:pt x="127205" y="568240"/>
                  <a:pt x="284120" y="568240"/>
                </a:cubicBezTo>
                <a:cubicBezTo>
                  <a:pt x="441035" y="568240"/>
                  <a:pt x="568240" y="441035"/>
                  <a:pt x="568240" y="284120"/>
                </a:cubicBezTo>
                <a:cubicBezTo>
                  <a:pt x="568240" y="284110"/>
                  <a:pt x="568240" y="284100"/>
                  <a:pt x="568240" y="284090"/>
                </a:cubicBezTo>
                <a:cubicBezTo>
                  <a:pt x="568294" y="127246"/>
                  <a:pt x="441189" y="54"/>
                  <a:pt x="284345" y="0"/>
                </a:cubicBezTo>
                <a:cubicBezTo>
                  <a:pt x="284270" y="0"/>
                  <a:pt x="284195" y="0"/>
                  <a:pt x="284120" y="0"/>
                </a:cubicBezTo>
                <a:close/>
                <a:moveTo>
                  <a:pt x="315286" y="404721"/>
                </a:moveTo>
                <a:lnTo>
                  <a:pt x="272068" y="404721"/>
                </a:lnTo>
                <a:lnTo>
                  <a:pt x="272068" y="198313"/>
                </a:lnTo>
                <a:cubicBezTo>
                  <a:pt x="268418" y="200807"/>
                  <a:pt x="264565" y="203208"/>
                  <a:pt x="260510" y="205518"/>
                </a:cubicBezTo>
                <a:cubicBezTo>
                  <a:pt x="256458" y="207834"/>
                  <a:pt x="252271" y="209907"/>
                  <a:pt x="247972" y="211727"/>
                </a:cubicBezTo>
                <a:cubicBezTo>
                  <a:pt x="243324" y="213552"/>
                  <a:pt x="238439" y="215250"/>
                  <a:pt x="233317" y="216821"/>
                </a:cubicBezTo>
                <a:cubicBezTo>
                  <a:pt x="228195" y="218392"/>
                  <a:pt x="222564" y="219924"/>
                  <a:pt x="216425" y="221415"/>
                </a:cubicBezTo>
                <a:lnTo>
                  <a:pt x="216425" y="186890"/>
                </a:lnTo>
                <a:cubicBezTo>
                  <a:pt x="220564" y="185728"/>
                  <a:pt x="224330" y="184569"/>
                  <a:pt x="227721" y="183411"/>
                </a:cubicBezTo>
                <a:cubicBezTo>
                  <a:pt x="231112" y="182254"/>
                  <a:pt x="234469" y="181094"/>
                  <a:pt x="237790" y="179933"/>
                </a:cubicBezTo>
                <a:cubicBezTo>
                  <a:pt x="241090" y="178608"/>
                  <a:pt x="244411" y="177247"/>
                  <a:pt x="247725" y="175833"/>
                </a:cubicBezTo>
                <a:cubicBezTo>
                  <a:pt x="251039" y="174419"/>
                  <a:pt x="254346" y="173065"/>
                  <a:pt x="257660" y="171733"/>
                </a:cubicBezTo>
                <a:cubicBezTo>
                  <a:pt x="260802" y="170078"/>
                  <a:pt x="263987" y="168422"/>
                  <a:pt x="267213" y="166766"/>
                </a:cubicBezTo>
                <a:cubicBezTo>
                  <a:pt x="270440" y="165111"/>
                  <a:pt x="273632" y="163364"/>
                  <a:pt x="276789" y="161529"/>
                </a:cubicBezTo>
                <a:cubicBezTo>
                  <a:pt x="280280" y="159714"/>
                  <a:pt x="283714" y="157719"/>
                  <a:pt x="287090" y="155545"/>
                </a:cubicBezTo>
                <a:cubicBezTo>
                  <a:pt x="290466" y="153370"/>
                  <a:pt x="293905" y="151375"/>
                  <a:pt x="297406" y="149560"/>
                </a:cubicBezTo>
                <a:lnTo>
                  <a:pt x="315286" y="149560"/>
                </a:lnTo>
                <a:close/>
              </a:path>
            </a:pathLst>
          </a:custGeom>
          <a:solidFill>
            <a:schemeClr val="bg1"/>
          </a:solidFill>
          <a:ln w="744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35" name="Graphic 34" descr="Disconnected with solid fill">
            <a:extLst>
              <a:ext uri="{FF2B5EF4-FFF2-40B4-BE49-F238E27FC236}">
                <a16:creationId xmlns:a16="http://schemas.microsoft.com/office/drawing/2014/main" id="{3168B2B8-9DAE-73BC-3774-D79FF08A09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7713" y="2424706"/>
            <a:ext cx="561974" cy="561974"/>
          </a:xfrm>
          <a:prstGeom prst="rect">
            <a:avLst/>
          </a:prstGeom>
        </p:spPr>
      </p:pic>
      <p:pic>
        <p:nvPicPr>
          <p:cNvPr id="36" name="Graphic 35" descr="Connections with solid fill">
            <a:extLst>
              <a:ext uri="{FF2B5EF4-FFF2-40B4-BE49-F238E27FC236}">
                <a16:creationId xmlns:a16="http://schemas.microsoft.com/office/drawing/2014/main" id="{AE053822-521F-EEA0-9685-E862FFA8C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20102" y="2383484"/>
            <a:ext cx="644412" cy="644412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B74ACE-FD82-79AA-FB99-D57CC13C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522494-77A1-2D35-74E9-0DADB51E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65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1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100" fill="hold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" fill="hold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 build="p"/>
      <p:bldP spid="24" grpId="0"/>
      <p:bldP spid="25" grpId="0" build="p"/>
      <p:bldP spid="26" grpId="0"/>
      <p:bldP spid="27" grpId="0" build="p"/>
      <p:bldP spid="31" grpId="0" animBg="1"/>
      <p:bldP spid="32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62C3-DCB7-884B-D19D-72C59DAD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Data vs. Types of Analysis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9A4FA5-CB30-CA06-85E5-A3A3B111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00DB-C800-BEA0-09E0-F2A8ADF2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83DE48E-F82D-1FE5-1686-87149C252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76819"/>
              </p:ext>
            </p:extLst>
          </p:nvPr>
        </p:nvGraphicFramePr>
        <p:xfrm>
          <a:off x="2032000" y="2026062"/>
          <a:ext cx="8127999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65052133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79366078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9973638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b="1" dirty="0"/>
                    </a:p>
                  </a:txBody>
                  <a:tcPr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Categorical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chemeClr val="accent2"/>
                          </a:solidFill>
                        </a:rPr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70048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6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accent6"/>
                          </a:solidFill>
                        </a:rPr>
                        <a:t>Descriptive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6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57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Comparative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75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Inferential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en-US" sz="2400" b="1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400" b="0" dirty="0"/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4303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00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704364"/>
            <a:ext cx="3920017" cy="392001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10819"/>
            <a:ext cx="2307104" cy="230710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6157" y="1950119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4705" y="2426819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379" y="2042998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9627" y="2412007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53476" y="2698536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2480" y="2045743"/>
            <a:ext cx="461888" cy="461888"/>
          </a:xfrm>
          <a:prstGeom prst="rect">
            <a:avLst/>
          </a:prstGeom>
        </p:spPr>
      </p:pic>
      <p:pic>
        <p:nvPicPr>
          <p:cNvPr id="18" name="Graphic 17" descr="Wo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053476" y="1818836"/>
            <a:ext cx="461888" cy="461888"/>
          </a:xfrm>
          <a:prstGeom prst="rect">
            <a:avLst/>
          </a:prstGeom>
        </p:spPr>
      </p:pic>
      <p:pic>
        <p:nvPicPr>
          <p:cNvPr id="19" name="Graphic 18" descr="Wo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602925" y="2916896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0057" y="2477274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804320" y="2866684"/>
            <a:ext cx="461888" cy="461888"/>
          </a:xfrm>
          <a:prstGeom prst="rect">
            <a:avLst/>
          </a:prstGeom>
        </p:spPr>
      </p:pic>
      <p:pic>
        <p:nvPicPr>
          <p:cNvPr id="22" name="Graphic 21" descr="Wo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351736" y="2595230"/>
            <a:ext cx="461888" cy="461888"/>
          </a:xfrm>
          <a:prstGeom prst="rect">
            <a:avLst/>
          </a:prstGeom>
        </p:spPr>
      </p:pic>
      <p:pic>
        <p:nvPicPr>
          <p:cNvPr id="23" name="Graphic 22" descr="Wo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126835" y="3140140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22959" y="3149275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7323" y="3595246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43415" y="3595246"/>
            <a:ext cx="461888" cy="461888"/>
          </a:xfrm>
          <a:prstGeom prst="rect">
            <a:avLst/>
          </a:prstGeom>
        </p:spPr>
      </p:pic>
      <p:pic>
        <p:nvPicPr>
          <p:cNvPr id="27" name="Graphic 26" descr="Wo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950027" y="3292728"/>
            <a:ext cx="461888" cy="461888"/>
          </a:xfrm>
          <a:prstGeom prst="rect">
            <a:avLst/>
          </a:prstGeom>
        </p:spPr>
      </p:pic>
      <p:pic>
        <p:nvPicPr>
          <p:cNvPr id="28" name="Graphic 27" descr="Wo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109361" y="3650307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9769" y="3228635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1939" y="2983826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36" y="3526160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384509" y="3826190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65648" y="3919886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8085" y="4126219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98948" y="3754616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35627" y="4126219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3917" y="4482682"/>
            <a:ext cx="461888" cy="461888"/>
          </a:xfrm>
          <a:prstGeom prst="rect">
            <a:avLst/>
          </a:prstGeom>
        </p:spPr>
      </p:pic>
      <p:pic>
        <p:nvPicPr>
          <p:cNvPr id="38" name="Graphic 37" descr="Wo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532744" y="4234650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3632" y="4713626"/>
            <a:ext cx="461888" cy="461888"/>
          </a:xfrm>
          <a:prstGeom prst="rect">
            <a:avLst/>
          </a:prstGeom>
        </p:spPr>
      </p:pic>
      <p:pic>
        <p:nvPicPr>
          <p:cNvPr id="40" name="Graphic 39" descr="Wo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947739" y="4668966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1845" y="4987147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0305" y="4493620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536239" y="4305724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07501" y="3892771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31333" y="3793600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93795" y="4517815"/>
            <a:ext cx="461888" cy="461888"/>
          </a:xfrm>
          <a:prstGeom prst="rect">
            <a:avLst/>
          </a:prstGeom>
        </p:spPr>
      </p:pic>
      <p:pic>
        <p:nvPicPr>
          <p:cNvPr id="47" name="Graphic 46" descr="Wo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594236" y="4815959"/>
            <a:ext cx="461888" cy="461888"/>
          </a:xfrm>
          <a:prstGeom prst="rect">
            <a:avLst/>
          </a:prstGeom>
        </p:spPr>
      </p:pic>
      <p:pic>
        <p:nvPicPr>
          <p:cNvPr id="48" name="Graphic 47" descr="Wo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901360" y="5060456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27571" y="4971926"/>
            <a:ext cx="461888" cy="461888"/>
          </a:xfrm>
          <a:prstGeom prst="rect">
            <a:avLst/>
          </a:prstGeom>
        </p:spPr>
      </p:pic>
      <p:pic>
        <p:nvPicPr>
          <p:cNvPr id="50" name="Graphic 49" descr="Wo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162104" y="4429682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87580" y="4003706"/>
            <a:ext cx="461888" cy="461888"/>
          </a:xfrm>
          <a:prstGeom prst="rect">
            <a:avLst/>
          </a:prstGeom>
        </p:spPr>
      </p:pic>
      <p:pic>
        <p:nvPicPr>
          <p:cNvPr id="52" name="Graphic 51" descr="Wo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478673" y="4504704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97513" y="4767612"/>
            <a:ext cx="461888" cy="461888"/>
          </a:xfrm>
          <a:prstGeom prst="rect">
            <a:avLst/>
          </a:prstGeom>
        </p:spPr>
      </p:pic>
      <p:pic>
        <p:nvPicPr>
          <p:cNvPr id="54" name="Graphic 53" descr="Wo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023609" y="4357163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4676" y="4173959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38021" y="3647776"/>
            <a:ext cx="461888" cy="461888"/>
          </a:xfrm>
          <a:prstGeom prst="rect">
            <a:avLst/>
          </a:prstGeom>
        </p:spPr>
      </p:pic>
      <p:pic>
        <p:nvPicPr>
          <p:cNvPr id="57" name="Graphic 56" descr="Wo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3217228" y="3692584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9112" y="3364327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4429" y="3164704"/>
            <a:ext cx="461888" cy="461888"/>
          </a:xfrm>
          <a:prstGeom prst="rect">
            <a:avLst/>
          </a:prstGeom>
        </p:spPr>
      </p:pic>
      <p:pic>
        <p:nvPicPr>
          <p:cNvPr id="60" name="Graphic 59" descr="Wo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767183" y="2583956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591" y="2236743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400592" y="1794276"/>
            <a:ext cx="461888" cy="461888"/>
          </a:xfrm>
          <a:prstGeom prst="rect">
            <a:avLst/>
          </a:prstGeom>
        </p:spPr>
      </p:pic>
      <p:pic>
        <p:nvPicPr>
          <p:cNvPr id="63" name="Graphic 62" descr="Wo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1782921" y="2019204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46839" y="2636818"/>
            <a:ext cx="461888" cy="461888"/>
          </a:xfrm>
          <a:prstGeom prst="rect">
            <a:avLst/>
          </a:prstGeom>
        </p:spPr>
      </p:pic>
      <p:pic>
        <p:nvPicPr>
          <p:cNvPr id="65" name="Graphic 64" descr="Wo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3671893" y="2280334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4852" y="2346216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97513" y="2814783"/>
            <a:ext cx="461888" cy="461888"/>
          </a:xfrm>
          <a:prstGeom prst="rect">
            <a:avLst/>
          </a:prstGeom>
        </p:spPr>
      </p:pic>
      <p:pic>
        <p:nvPicPr>
          <p:cNvPr id="68" name="Graphic 67" descr="Wo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3736317" y="3291847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954085" y="2812991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91475" y="2659832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91920" y="3118650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4708" y="3222507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1145" y="3588674"/>
            <a:ext cx="461888" cy="461888"/>
          </a:xfrm>
          <a:prstGeom prst="rect">
            <a:avLst/>
          </a:prstGeom>
        </p:spPr>
      </p:pic>
      <p:pic>
        <p:nvPicPr>
          <p:cNvPr id="74" name="Graphic 73" descr="Wo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/>
        </p:blipFill>
        <p:spPr>
          <a:xfrm>
            <a:off x="4393172" y="3636535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9939" y="3919886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5899" y="3189290"/>
            <a:ext cx="461888" cy="461888"/>
          </a:xfrm>
          <a:prstGeom prst="rect">
            <a:avLst/>
          </a:prstGeom>
        </p:spPr>
      </p:pic>
      <p:pic>
        <p:nvPicPr>
          <p:cNvPr id="77" name="Graphic 76" descr="Wo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/>
        </p:blipFill>
        <p:spPr>
          <a:xfrm>
            <a:off x="8594725" y="2941258"/>
            <a:ext cx="461888" cy="461888"/>
          </a:xfrm>
          <a:prstGeom prst="rect">
            <a:avLst/>
          </a:prstGeom>
        </p:spPr>
      </p:pic>
      <p:pic>
        <p:nvPicPr>
          <p:cNvPr id="78" name="Graphic 77" descr="Wo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8594725" y="3812739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3552" y="3564707"/>
            <a:ext cx="461888" cy="461888"/>
          </a:xfrm>
          <a:prstGeom prst="rect">
            <a:avLst/>
          </a:prstGeom>
        </p:spPr>
      </p:pic>
      <p:pic>
        <p:nvPicPr>
          <p:cNvPr id="80" name="Graphic 79" descr="Wo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8874184" y="3102819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21855" y="2563608"/>
            <a:ext cx="461888" cy="461888"/>
          </a:xfrm>
          <a:prstGeom prst="rect">
            <a:avLst/>
          </a:prstGeom>
        </p:spPr>
      </p:pic>
      <p:pic>
        <p:nvPicPr>
          <p:cNvPr id="82" name="Graphic 81" descr="Wo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9343728" y="2742222"/>
            <a:ext cx="461888" cy="461888"/>
          </a:xfrm>
          <a:prstGeom prst="rect">
            <a:avLst/>
          </a:prstGeom>
        </p:spPr>
      </p:pic>
      <p:pic>
        <p:nvPicPr>
          <p:cNvPr id="83" name="Graphic 82" descr="Wo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782023" y="3128735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1620" y="3274879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609975" y="3535499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87561" y="3795651"/>
            <a:ext cx="461888" cy="461888"/>
          </a:xfrm>
          <a:prstGeom prst="rect">
            <a:avLst/>
          </a:prstGeom>
        </p:spPr>
      </p:pic>
      <p:pic>
        <p:nvPicPr>
          <p:cNvPr id="87" name="Graphic 86" descr="Wo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9404529" y="3986150"/>
            <a:ext cx="461888" cy="461888"/>
          </a:xfrm>
          <a:prstGeom prst="rect">
            <a:avLst/>
          </a:prstGeom>
        </p:spPr>
      </p:pic>
      <p:pic>
        <p:nvPicPr>
          <p:cNvPr id="88" name="Graphic 87" descr="Wo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/>
        </p:blipFill>
        <p:spPr>
          <a:xfrm>
            <a:off x="9964464" y="3790552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5932" y="4195116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368317" y="3682003"/>
            <a:ext cx="461888" cy="461888"/>
          </a:xfrm>
          <a:prstGeom prst="rect">
            <a:avLst/>
          </a:prstGeom>
        </p:spPr>
      </p:pic>
      <p:pic>
        <p:nvPicPr>
          <p:cNvPr id="91" name="Graphic 90" descr="Wo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132744" y="3308267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35473" y="2671452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1989870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001633"/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33930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solidFill>
              <a:schemeClr val="accent4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001633"/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393831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398199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AB40">
                    <a:lumMod val="75000"/>
                  </a:srgbClr>
                </a:solidFill>
                <a:prstDash val="solid"/>
              </a:ln>
              <a:pattFill prst="dkUpDiag">
                <a:fgClr>
                  <a:srgbClr val="FFAB40"/>
                </a:fgClr>
                <a:bgClr>
                  <a:srgbClr val="FFAB40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FFAB40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65335"/>
            <a:ext cx="2685277" cy="61555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AB4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62294"/>
            <a:ext cx="2685277" cy="615553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85D5E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B29B42-1E92-19E2-377E-80C6D5B9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85C750-F912-F87A-7617-499338F8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179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5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1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5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25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3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35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4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45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5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6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65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3" grpId="0" animBg="1"/>
      <p:bldP spid="94" grpId="0" animBg="1"/>
      <p:bldP spid="99" grpId="0"/>
      <p:bldP spid="100" grpId="0"/>
      <p:bldP spid="10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4634E-343B-F4D1-F62C-4D0C32B80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698792"/>
            <a:ext cx="3920017" cy="392001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05247"/>
            <a:ext cx="2307104" cy="2307107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6157" y="1944547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4705" y="2421247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379" y="2037426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09627" y="2406435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2692964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2480" y="2040171"/>
            <a:ext cx="461888" cy="461888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1813264"/>
            <a:ext cx="461888" cy="461888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02925" y="2911324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057" y="2471702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4320" y="2861112"/>
            <a:ext cx="461888" cy="461888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1736" y="2589658"/>
            <a:ext cx="461888" cy="461888"/>
          </a:xfrm>
          <a:prstGeom prst="rect">
            <a:avLst/>
          </a:prstGeom>
        </p:spPr>
      </p:pic>
      <p:pic>
        <p:nvPicPr>
          <p:cNvPr id="23" name="Graphic 22" descr="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6835" y="3134568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959" y="3143703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323" y="3589674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415" y="3589674"/>
            <a:ext cx="461888" cy="461888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50027" y="3287156"/>
            <a:ext cx="461888" cy="461888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361" y="3644735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769" y="3223063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1939" y="2978254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3520588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84509" y="3820618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65648" y="3914314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8085" y="4120647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8948" y="3749044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27" y="4120647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3917" y="4477110"/>
            <a:ext cx="461888" cy="461888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2744" y="4229078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632" y="4708054"/>
            <a:ext cx="461888" cy="461888"/>
          </a:xfrm>
          <a:prstGeom prst="rect">
            <a:avLst/>
          </a:prstGeom>
        </p:spPr>
      </p:pic>
      <p:pic>
        <p:nvPicPr>
          <p:cNvPr id="40" name="Graphic 39" descr="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47739" y="4663394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1845" y="4981575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0305" y="4488048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6239" y="4300152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7501" y="3887199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1333" y="3788028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3795" y="4512243"/>
            <a:ext cx="461888" cy="461888"/>
          </a:xfrm>
          <a:prstGeom prst="rect">
            <a:avLst/>
          </a:prstGeom>
        </p:spPr>
      </p:pic>
      <p:pic>
        <p:nvPicPr>
          <p:cNvPr id="47" name="Graphic 46" descr="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4810387"/>
            <a:ext cx="461888" cy="461888"/>
          </a:xfrm>
          <a:prstGeom prst="rect">
            <a:avLst/>
          </a:prstGeom>
        </p:spPr>
      </p:pic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01360" y="5054884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571" y="4966354"/>
            <a:ext cx="461888" cy="461888"/>
          </a:xfrm>
          <a:prstGeom prst="rect">
            <a:avLst/>
          </a:prstGeom>
        </p:spPr>
      </p:pic>
      <p:pic>
        <p:nvPicPr>
          <p:cNvPr id="50" name="Graphic 49" descr="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104" y="4424110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7580" y="3998134"/>
            <a:ext cx="461888" cy="461888"/>
          </a:xfrm>
          <a:prstGeom prst="rect">
            <a:avLst/>
          </a:prstGeom>
        </p:spPr>
      </p:pic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8673" y="4499132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4762040"/>
            <a:ext cx="461888" cy="461888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609" y="4351591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676" y="4168387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8021" y="3642204"/>
            <a:ext cx="461888" cy="461888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228" y="3687012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9112" y="3358755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4429" y="3159132"/>
            <a:ext cx="461888" cy="461888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7183" y="2578384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591" y="2231171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0592" y="1788704"/>
            <a:ext cx="461888" cy="461888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82921" y="2013632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839" y="2631246"/>
            <a:ext cx="461888" cy="461888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1893" y="2274762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852" y="2340644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2809211"/>
            <a:ext cx="461888" cy="461888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36317" y="3286275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4085" y="2807419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91475" y="2654260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20" y="3113078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708" y="3216935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1145" y="3583102"/>
            <a:ext cx="461888" cy="461888"/>
          </a:xfrm>
          <a:prstGeom prst="rect">
            <a:avLst/>
          </a:prstGeom>
        </p:spPr>
      </p:pic>
      <p:pic>
        <p:nvPicPr>
          <p:cNvPr id="74" name="Graphic 73" descr="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93172" y="3630963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9939" y="3914314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5899" y="3183718"/>
            <a:ext cx="461888" cy="461888"/>
          </a:xfrm>
          <a:prstGeom prst="rect">
            <a:avLst/>
          </a:prstGeom>
        </p:spPr>
      </p:pic>
      <p:pic>
        <p:nvPicPr>
          <p:cNvPr id="77" name="Graphic 76" descr="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4725" y="2935686"/>
            <a:ext cx="461888" cy="461888"/>
          </a:xfrm>
          <a:prstGeom prst="rect">
            <a:avLst/>
          </a:prstGeom>
        </p:spPr>
      </p:pic>
      <p:pic>
        <p:nvPicPr>
          <p:cNvPr id="78" name="Graphic 77" descr="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4725" y="3807167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83552" y="3559135"/>
            <a:ext cx="461888" cy="461888"/>
          </a:xfrm>
          <a:prstGeom prst="rect">
            <a:avLst/>
          </a:prstGeom>
        </p:spPr>
      </p:pic>
      <p:pic>
        <p:nvPicPr>
          <p:cNvPr id="80" name="Graphic 79" descr="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74184" y="3097247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21855" y="2558036"/>
            <a:ext cx="461888" cy="461888"/>
          </a:xfrm>
          <a:prstGeom prst="rect">
            <a:avLst/>
          </a:prstGeom>
        </p:spPr>
      </p:pic>
      <p:pic>
        <p:nvPicPr>
          <p:cNvPr id="82" name="Graphic 81" descr="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43728" y="2736650"/>
            <a:ext cx="461888" cy="461888"/>
          </a:xfrm>
          <a:prstGeom prst="rect">
            <a:avLst/>
          </a:prstGeom>
        </p:spPr>
      </p:pic>
      <p:pic>
        <p:nvPicPr>
          <p:cNvPr id="83" name="Graphic 82" descr="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82023" y="3123163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71620" y="3269307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609975" y="3529927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087561" y="3790079"/>
            <a:ext cx="461888" cy="461888"/>
          </a:xfrm>
          <a:prstGeom prst="rect">
            <a:avLst/>
          </a:prstGeom>
        </p:spPr>
      </p:pic>
      <p:pic>
        <p:nvPicPr>
          <p:cNvPr id="87" name="Graphic 86" descr="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4529" y="3980578"/>
            <a:ext cx="461888" cy="461888"/>
          </a:xfrm>
          <a:prstGeom prst="rect">
            <a:avLst/>
          </a:prstGeom>
        </p:spPr>
      </p:pic>
      <p:pic>
        <p:nvPicPr>
          <p:cNvPr id="88" name="Graphic 87" descr="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931936" y="3767843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55932" y="4189544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68317" y="3676431"/>
            <a:ext cx="461888" cy="461888"/>
          </a:xfrm>
          <a:prstGeom prst="rect">
            <a:avLst/>
          </a:prstGeom>
        </p:spPr>
      </p:pic>
      <p:pic>
        <p:nvPicPr>
          <p:cNvPr id="91" name="Graphic 90" descr="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32744" y="3302695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35473" y="2665880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1998788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28358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390348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FFFFFF">
                    <a:lumMod val="85000"/>
                  </a:srgbClr>
                </a:solidFill>
                <a:effectLst>
                  <a:outerShdw blurRad="12700" dist="38100" dir="2700000" algn="tl" rotWithShape="0">
                    <a:srgbClr val="FFFFFF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394716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AB40">
                    <a:lumMod val="75000"/>
                  </a:srgbClr>
                </a:solidFill>
                <a:prstDash val="solid"/>
              </a:ln>
              <a:pattFill prst="dkUpDiag">
                <a:fgClr>
                  <a:srgbClr val="FFAB40"/>
                </a:fgClr>
                <a:bgClr>
                  <a:srgbClr val="FFAB40">
                    <a:lumMod val="20000"/>
                    <a:lumOff val="80000"/>
                  </a:srgbClr>
                </a:bgClr>
              </a:pattFill>
              <a:effectLst>
                <a:outerShdw dist="38100" dir="2640000" algn="bl" rotWithShape="0">
                  <a:srgbClr val="FFAB40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59763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56722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53B6A-3E73-46FF-86BB-E345A16F32CD}"/>
              </a:ext>
            </a:extLst>
          </p:cNvPr>
          <p:cNvSpPr/>
          <p:nvPr/>
        </p:nvSpPr>
        <p:spPr>
          <a:xfrm>
            <a:off x="6400800" y="5079967"/>
            <a:ext cx="5744514" cy="1272015"/>
          </a:xfrm>
          <a:prstGeom prst="rect">
            <a:avLst/>
          </a:prstGeom>
          <a:noFill/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733" b="1" kern="0" dirty="0">
                <a:ln w="12700">
                  <a:solidFill>
                    <a:srgbClr val="FFAB40">
                      <a:lumMod val="75000"/>
                    </a:srgbClr>
                  </a:solidFill>
                  <a:prstDash val="solid"/>
                </a:ln>
                <a:pattFill prst="dkUpDiag">
                  <a:fgClr>
                    <a:srgbClr val="FFAB40"/>
                  </a:fgClr>
                  <a:bgClr>
                    <a:srgbClr val="FFAB40">
                      <a:lumMod val="20000"/>
                      <a:lumOff val="80000"/>
                    </a:srgbClr>
                  </a:bgClr>
                </a:pattFill>
                <a:effectLst>
                  <a:outerShdw dist="38100" dir="2640000" algn="bl" rotWithShape="0">
                    <a:srgbClr val="FFAB40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Descriptive/ Comparative analysis</a:t>
            </a: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21A85854-0F67-0638-23F9-37ABCB91517B}"/>
              </a:ext>
            </a:extLst>
          </p:cNvPr>
          <p:cNvSpPr/>
          <p:nvPr/>
        </p:nvSpPr>
        <p:spPr>
          <a:xfrm>
            <a:off x="8140343" y="2677238"/>
            <a:ext cx="3060170" cy="1824871"/>
          </a:xfrm>
          <a:prstGeom prst="wedgeRoundRectCallout">
            <a:avLst>
              <a:gd name="adj1" fmla="val -23920"/>
              <a:gd name="adj2" fmla="val 79026"/>
              <a:gd name="adj3" fmla="val 16667"/>
            </a:avLst>
          </a:prstGeom>
          <a:solidFill>
            <a:srgbClr val="FFAB40">
              <a:alpha val="8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Mean, median, standard deviation,</a:t>
            </a:r>
          </a:p>
          <a:p>
            <a:pPr algn="ctr"/>
            <a:r>
              <a:rPr lang="en-US" b="1" dirty="0"/>
              <a:t>Odds ratio… etc.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02DFC-6C62-2E81-87B7-E5C2D529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6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5B950278-BE8D-4832-BCBE-1E93C43045D4}"/>
              </a:ext>
            </a:extLst>
          </p:cNvPr>
          <p:cNvSpPr/>
          <p:nvPr/>
        </p:nvSpPr>
        <p:spPr>
          <a:xfrm>
            <a:off x="994118" y="1707811"/>
            <a:ext cx="3920017" cy="3920017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Montserrat"/>
              <a:sym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77F02E4-64D2-4120-99A6-0B7510DF4863}"/>
              </a:ext>
            </a:extLst>
          </p:cNvPr>
          <p:cNvSpPr/>
          <p:nvPr/>
        </p:nvSpPr>
        <p:spPr>
          <a:xfrm>
            <a:off x="8230191" y="2514266"/>
            <a:ext cx="2307104" cy="230710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pic>
        <p:nvPicPr>
          <p:cNvPr id="12" name="Graphic 11" descr="Man with solid fill">
            <a:extLst>
              <a:ext uri="{FF2B5EF4-FFF2-40B4-BE49-F238E27FC236}">
                <a16:creationId xmlns:a16="http://schemas.microsoft.com/office/drawing/2014/main" id="{76909CD7-AA1A-4D0D-8EFD-4E8797164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76157" y="1953566"/>
            <a:ext cx="461888" cy="461888"/>
          </a:xfrm>
          <a:prstGeom prst="rect">
            <a:avLst/>
          </a:prstGeom>
        </p:spPr>
      </p:pic>
      <p:pic>
        <p:nvPicPr>
          <p:cNvPr id="13" name="Graphic 12" descr="Man with solid fill">
            <a:extLst>
              <a:ext uri="{FF2B5EF4-FFF2-40B4-BE49-F238E27FC236}">
                <a16:creationId xmlns:a16="http://schemas.microsoft.com/office/drawing/2014/main" id="{486B417B-4058-49E7-A592-F096F286F5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54705" y="2430266"/>
            <a:ext cx="461888" cy="461888"/>
          </a:xfrm>
          <a:prstGeom prst="rect">
            <a:avLst/>
          </a:prstGeom>
        </p:spPr>
      </p:pic>
      <p:pic>
        <p:nvPicPr>
          <p:cNvPr id="14" name="Graphic 13" descr="Man with solid fill">
            <a:extLst>
              <a:ext uri="{FF2B5EF4-FFF2-40B4-BE49-F238E27FC236}">
                <a16:creationId xmlns:a16="http://schemas.microsoft.com/office/drawing/2014/main" id="{8DE9ADD8-FBDD-4968-A926-7EA87A9E3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8379" y="2046445"/>
            <a:ext cx="461888" cy="461888"/>
          </a:xfrm>
          <a:prstGeom prst="rect">
            <a:avLst/>
          </a:prstGeom>
        </p:spPr>
      </p:pic>
      <p:pic>
        <p:nvPicPr>
          <p:cNvPr id="15" name="Graphic 14" descr="Man with solid fill">
            <a:extLst>
              <a:ext uri="{FF2B5EF4-FFF2-40B4-BE49-F238E27FC236}">
                <a16:creationId xmlns:a16="http://schemas.microsoft.com/office/drawing/2014/main" id="{E6CA8D60-48FE-4533-B9DE-632D12516D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09627" y="2415454"/>
            <a:ext cx="461888" cy="461888"/>
          </a:xfrm>
          <a:prstGeom prst="rect">
            <a:avLst/>
          </a:prstGeom>
        </p:spPr>
      </p:pic>
      <p:pic>
        <p:nvPicPr>
          <p:cNvPr id="16" name="Graphic 15" descr="Man with solid fill">
            <a:extLst>
              <a:ext uri="{FF2B5EF4-FFF2-40B4-BE49-F238E27FC236}">
                <a16:creationId xmlns:a16="http://schemas.microsoft.com/office/drawing/2014/main" id="{8F01FFAC-28FF-4A4D-9C04-CE3378E273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53476" y="2701983"/>
            <a:ext cx="461888" cy="461888"/>
          </a:xfrm>
          <a:prstGeom prst="rect">
            <a:avLst/>
          </a:prstGeom>
        </p:spPr>
      </p:pic>
      <p:pic>
        <p:nvPicPr>
          <p:cNvPr id="17" name="Graphic 16" descr="Man with solid fill">
            <a:extLst>
              <a:ext uri="{FF2B5EF4-FFF2-40B4-BE49-F238E27FC236}">
                <a16:creationId xmlns:a16="http://schemas.microsoft.com/office/drawing/2014/main" id="{55AEE33F-EBE3-4126-A08C-3CCE7AD07C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2480" y="2049190"/>
            <a:ext cx="461888" cy="461888"/>
          </a:xfrm>
          <a:prstGeom prst="rect">
            <a:avLst/>
          </a:prstGeom>
        </p:spPr>
      </p:pic>
      <p:pic>
        <p:nvPicPr>
          <p:cNvPr id="18" name="Graphic 17" descr="Man with solid fill">
            <a:extLst>
              <a:ext uri="{FF2B5EF4-FFF2-40B4-BE49-F238E27FC236}">
                <a16:creationId xmlns:a16="http://schemas.microsoft.com/office/drawing/2014/main" id="{521799FF-F584-4DE7-B78D-91813DD79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53476" y="1822283"/>
            <a:ext cx="461888" cy="461888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CD3C587B-324A-4BBC-9F3B-F30E5ADD5F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02925" y="2920343"/>
            <a:ext cx="461888" cy="461888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9E61EF55-F999-4FE5-8288-6D77A92C72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50057" y="2480721"/>
            <a:ext cx="461888" cy="461888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09AFF9C3-EDAD-4DE8-8BDD-4A4F801F300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4320" y="2870131"/>
            <a:ext cx="461888" cy="461888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779EBDFC-06D2-4FE0-BEFA-91E2A2B2E82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1736" y="2598677"/>
            <a:ext cx="461888" cy="461888"/>
          </a:xfrm>
          <a:prstGeom prst="rect">
            <a:avLst/>
          </a:prstGeom>
        </p:spPr>
      </p:pic>
      <p:pic>
        <p:nvPicPr>
          <p:cNvPr id="23" name="Graphic 22" descr="Man with solid fill">
            <a:extLst>
              <a:ext uri="{FF2B5EF4-FFF2-40B4-BE49-F238E27FC236}">
                <a16:creationId xmlns:a16="http://schemas.microsoft.com/office/drawing/2014/main" id="{BE67F675-70CD-4B13-AF87-45A7122744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26835" y="3143587"/>
            <a:ext cx="461888" cy="461888"/>
          </a:xfrm>
          <a:prstGeom prst="rect">
            <a:avLst/>
          </a:prstGeom>
        </p:spPr>
      </p:pic>
      <p:pic>
        <p:nvPicPr>
          <p:cNvPr id="24" name="Graphic 23" descr="Man with solid fill">
            <a:extLst>
              <a:ext uri="{FF2B5EF4-FFF2-40B4-BE49-F238E27FC236}">
                <a16:creationId xmlns:a16="http://schemas.microsoft.com/office/drawing/2014/main" id="{C17F5F10-BFFC-440A-A836-5B1ACF80F4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2959" y="3152722"/>
            <a:ext cx="461888" cy="461888"/>
          </a:xfrm>
          <a:prstGeom prst="rect">
            <a:avLst/>
          </a:prstGeom>
        </p:spPr>
      </p:pic>
      <p:pic>
        <p:nvPicPr>
          <p:cNvPr id="25" name="Graphic 24" descr="Man with solid fill">
            <a:extLst>
              <a:ext uri="{FF2B5EF4-FFF2-40B4-BE49-F238E27FC236}">
                <a16:creationId xmlns:a16="http://schemas.microsoft.com/office/drawing/2014/main" id="{8F46B4DF-BAED-4C16-B58E-434C82BED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7323" y="3598693"/>
            <a:ext cx="461888" cy="461888"/>
          </a:xfrm>
          <a:prstGeom prst="rect">
            <a:avLst/>
          </a:prstGeom>
        </p:spPr>
      </p:pic>
      <p:pic>
        <p:nvPicPr>
          <p:cNvPr id="26" name="Graphic 25" descr="Man with solid fill">
            <a:extLst>
              <a:ext uri="{FF2B5EF4-FFF2-40B4-BE49-F238E27FC236}">
                <a16:creationId xmlns:a16="http://schemas.microsoft.com/office/drawing/2014/main" id="{C51B2635-3668-43BB-84C2-008A17A53B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43415" y="3598693"/>
            <a:ext cx="461888" cy="461888"/>
          </a:xfrm>
          <a:prstGeom prst="rect">
            <a:avLst/>
          </a:prstGeom>
        </p:spPr>
      </p:pic>
      <p:pic>
        <p:nvPicPr>
          <p:cNvPr id="27" name="Graphic 26" descr="Man with solid fill">
            <a:extLst>
              <a:ext uri="{FF2B5EF4-FFF2-40B4-BE49-F238E27FC236}">
                <a16:creationId xmlns:a16="http://schemas.microsoft.com/office/drawing/2014/main" id="{05E108E5-4ABC-4F0D-ACBE-E3A6747394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50027" y="3296175"/>
            <a:ext cx="461888" cy="461888"/>
          </a:xfrm>
          <a:prstGeom prst="rect">
            <a:avLst/>
          </a:prstGeom>
        </p:spPr>
      </p:pic>
      <p:pic>
        <p:nvPicPr>
          <p:cNvPr id="28" name="Graphic 27" descr="Man with solid fill">
            <a:extLst>
              <a:ext uri="{FF2B5EF4-FFF2-40B4-BE49-F238E27FC236}">
                <a16:creationId xmlns:a16="http://schemas.microsoft.com/office/drawing/2014/main" id="{0A591465-61C2-4B71-8136-003F26ED7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09361" y="3653754"/>
            <a:ext cx="461888" cy="461888"/>
          </a:xfrm>
          <a:prstGeom prst="rect">
            <a:avLst/>
          </a:prstGeom>
        </p:spPr>
      </p:pic>
      <p:pic>
        <p:nvPicPr>
          <p:cNvPr id="29" name="Graphic 28" descr="Man with solid fill">
            <a:extLst>
              <a:ext uri="{FF2B5EF4-FFF2-40B4-BE49-F238E27FC236}">
                <a16:creationId xmlns:a16="http://schemas.microsoft.com/office/drawing/2014/main" id="{8324F25B-5DD8-48C2-8AB5-45476FBDD9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9769" y="3232082"/>
            <a:ext cx="461888" cy="461888"/>
          </a:xfrm>
          <a:prstGeom prst="rect">
            <a:avLst/>
          </a:prstGeom>
        </p:spPr>
      </p:pic>
      <p:pic>
        <p:nvPicPr>
          <p:cNvPr id="30" name="Graphic 29" descr="Man with solid fill">
            <a:extLst>
              <a:ext uri="{FF2B5EF4-FFF2-40B4-BE49-F238E27FC236}">
                <a16:creationId xmlns:a16="http://schemas.microsoft.com/office/drawing/2014/main" id="{AFAE2C3D-AD97-4B07-ABF3-E7DD34243F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1939" y="2987273"/>
            <a:ext cx="461888" cy="461888"/>
          </a:xfrm>
          <a:prstGeom prst="rect">
            <a:avLst/>
          </a:prstGeom>
        </p:spPr>
      </p:pic>
      <p:pic>
        <p:nvPicPr>
          <p:cNvPr id="31" name="Graphic 30" descr="Man with solid fill">
            <a:extLst>
              <a:ext uri="{FF2B5EF4-FFF2-40B4-BE49-F238E27FC236}">
                <a16:creationId xmlns:a16="http://schemas.microsoft.com/office/drawing/2014/main" id="{CDC12F46-F93F-450C-80B8-CA2DCD8B6F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3529607"/>
            <a:ext cx="461888" cy="461888"/>
          </a:xfrm>
          <a:prstGeom prst="rect">
            <a:avLst/>
          </a:prstGeom>
        </p:spPr>
      </p:pic>
      <p:pic>
        <p:nvPicPr>
          <p:cNvPr id="32" name="Graphic 31" descr="Man with solid fill">
            <a:extLst>
              <a:ext uri="{FF2B5EF4-FFF2-40B4-BE49-F238E27FC236}">
                <a16:creationId xmlns:a16="http://schemas.microsoft.com/office/drawing/2014/main" id="{8302E4DF-BBDB-4CAD-89B0-C382E3831A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384509" y="3829637"/>
            <a:ext cx="461888" cy="461888"/>
          </a:xfrm>
          <a:prstGeom prst="rect">
            <a:avLst/>
          </a:prstGeom>
        </p:spPr>
      </p:pic>
      <p:pic>
        <p:nvPicPr>
          <p:cNvPr id="33" name="Graphic 32" descr="Man with solid fill">
            <a:extLst>
              <a:ext uri="{FF2B5EF4-FFF2-40B4-BE49-F238E27FC236}">
                <a16:creationId xmlns:a16="http://schemas.microsoft.com/office/drawing/2014/main" id="{2220B4CB-3B25-47F9-8290-02569F3133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65648" y="3923333"/>
            <a:ext cx="461888" cy="461888"/>
          </a:xfrm>
          <a:prstGeom prst="rect">
            <a:avLst/>
          </a:prstGeom>
        </p:spPr>
      </p:pic>
      <p:pic>
        <p:nvPicPr>
          <p:cNvPr id="34" name="Graphic 33" descr="Man with solid fill">
            <a:extLst>
              <a:ext uri="{FF2B5EF4-FFF2-40B4-BE49-F238E27FC236}">
                <a16:creationId xmlns:a16="http://schemas.microsoft.com/office/drawing/2014/main" id="{6A917AED-C229-48FA-AA59-887B2CFFF8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8085" y="4129666"/>
            <a:ext cx="461888" cy="461888"/>
          </a:xfrm>
          <a:prstGeom prst="rect">
            <a:avLst/>
          </a:prstGeom>
        </p:spPr>
      </p:pic>
      <p:pic>
        <p:nvPicPr>
          <p:cNvPr id="35" name="Graphic 34" descr="Man with solid fill">
            <a:extLst>
              <a:ext uri="{FF2B5EF4-FFF2-40B4-BE49-F238E27FC236}">
                <a16:creationId xmlns:a16="http://schemas.microsoft.com/office/drawing/2014/main" id="{E1F8B1AD-442E-4C88-B0A4-3C2AEED91A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8948" y="3758063"/>
            <a:ext cx="461888" cy="461888"/>
          </a:xfrm>
          <a:prstGeom prst="rect">
            <a:avLst/>
          </a:prstGeom>
        </p:spPr>
      </p:pic>
      <p:pic>
        <p:nvPicPr>
          <p:cNvPr id="36" name="Graphic 35" descr="Man with solid fill">
            <a:extLst>
              <a:ext uri="{FF2B5EF4-FFF2-40B4-BE49-F238E27FC236}">
                <a16:creationId xmlns:a16="http://schemas.microsoft.com/office/drawing/2014/main" id="{CFE441DB-014E-42E4-BD15-2DED35842F2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5627" y="4129666"/>
            <a:ext cx="461888" cy="461888"/>
          </a:xfrm>
          <a:prstGeom prst="rect">
            <a:avLst/>
          </a:prstGeom>
        </p:spPr>
      </p:pic>
      <p:pic>
        <p:nvPicPr>
          <p:cNvPr id="37" name="Graphic 36" descr="Man with solid fill">
            <a:extLst>
              <a:ext uri="{FF2B5EF4-FFF2-40B4-BE49-F238E27FC236}">
                <a16:creationId xmlns:a16="http://schemas.microsoft.com/office/drawing/2014/main" id="{C4BDFEC8-6364-4C73-BD15-7CA95F7CC7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3917" y="4486129"/>
            <a:ext cx="461888" cy="461888"/>
          </a:xfrm>
          <a:prstGeom prst="rect">
            <a:avLst/>
          </a:prstGeom>
        </p:spPr>
      </p:pic>
      <p:pic>
        <p:nvPicPr>
          <p:cNvPr id="38" name="Graphic 37" descr="Man with solid fill">
            <a:extLst>
              <a:ext uri="{FF2B5EF4-FFF2-40B4-BE49-F238E27FC236}">
                <a16:creationId xmlns:a16="http://schemas.microsoft.com/office/drawing/2014/main" id="{BD132683-0184-4ECA-9BCF-22B5BAC991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32744" y="4238097"/>
            <a:ext cx="461888" cy="461888"/>
          </a:xfrm>
          <a:prstGeom prst="rect">
            <a:avLst/>
          </a:prstGeom>
        </p:spPr>
      </p:pic>
      <p:pic>
        <p:nvPicPr>
          <p:cNvPr id="39" name="Graphic 38" descr="Man with solid fill">
            <a:extLst>
              <a:ext uri="{FF2B5EF4-FFF2-40B4-BE49-F238E27FC236}">
                <a16:creationId xmlns:a16="http://schemas.microsoft.com/office/drawing/2014/main" id="{DC752E26-8432-4AE4-9D2D-44CAE0CB7C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3632" y="4717073"/>
            <a:ext cx="461888" cy="461888"/>
          </a:xfrm>
          <a:prstGeom prst="rect">
            <a:avLst/>
          </a:prstGeom>
        </p:spPr>
      </p:pic>
      <p:pic>
        <p:nvPicPr>
          <p:cNvPr id="40" name="Graphic 39" descr="Man with solid fill">
            <a:extLst>
              <a:ext uri="{FF2B5EF4-FFF2-40B4-BE49-F238E27FC236}">
                <a16:creationId xmlns:a16="http://schemas.microsoft.com/office/drawing/2014/main" id="{88715705-C7A0-42A1-9A54-79C82B0C537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47739" y="4672413"/>
            <a:ext cx="461888" cy="461888"/>
          </a:xfrm>
          <a:prstGeom prst="rect">
            <a:avLst/>
          </a:prstGeom>
        </p:spPr>
      </p:pic>
      <p:pic>
        <p:nvPicPr>
          <p:cNvPr id="41" name="Graphic 40" descr="Man with solid fill">
            <a:extLst>
              <a:ext uri="{FF2B5EF4-FFF2-40B4-BE49-F238E27FC236}">
                <a16:creationId xmlns:a16="http://schemas.microsoft.com/office/drawing/2014/main" id="{D7C39F13-A3E6-48D6-AF45-96583A2D6D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91845" y="4990594"/>
            <a:ext cx="461888" cy="461888"/>
          </a:xfrm>
          <a:prstGeom prst="rect">
            <a:avLst/>
          </a:prstGeom>
        </p:spPr>
      </p:pic>
      <p:pic>
        <p:nvPicPr>
          <p:cNvPr id="42" name="Graphic 41" descr="Man with solid fill">
            <a:extLst>
              <a:ext uri="{FF2B5EF4-FFF2-40B4-BE49-F238E27FC236}">
                <a16:creationId xmlns:a16="http://schemas.microsoft.com/office/drawing/2014/main" id="{FACCE319-66E6-4412-8052-E8D8FD9D41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40305" y="4497067"/>
            <a:ext cx="461888" cy="461888"/>
          </a:xfrm>
          <a:prstGeom prst="rect">
            <a:avLst/>
          </a:prstGeom>
        </p:spPr>
      </p:pic>
      <p:pic>
        <p:nvPicPr>
          <p:cNvPr id="43" name="Graphic 42" descr="Man with solid fill">
            <a:extLst>
              <a:ext uri="{FF2B5EF4-FFF2-40B4-BE49-F238E27FC236}">
                <a16:creationId xmlns:a16="http://schemas.microsoft.com/office/drawing/2014/main" id="{F06579C8-CB12-4990-A140-C574B089AA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36239" y="4309171"/>
            <a:ext cx="461888" cy="461888"/>
          </a:xfrm>
          <a:prstGeom prst="rect">
            <a:avLst/>
          </a:prstGeom>
        </p:spPr>
      </p:pic>
      <p:pic>
        <p:nvPicPr>
          <p:cNvPr id="44" name="Graphic 43" descr="Man with solid fill">
            <a:extLst>
              <a:ext uri="{FF2B5EF4-FFF2-40B4-BE49-F238E27FC236}">
                <a16:creationId xmlns:a16="http://schemas.microsoft.com/office/drawing/2014/main" id="{E60B021E-FE94-4340-8B8F-82D0DBF14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07501" y="3896218"/>
            <a:ext cx="461888" cy="461888"/>
          </a:xfrm>
          <a:prstGeom prst="rect">
            <a:avLst/>
          </a:prstGeom>
        </p:spPr>
      </p:pic>
      <p:pic>
        <p:nvPicPr>
          <p:cNvPr id="45" name="Graphic 44" descr="Man with solid fill">
            <a:extLst>
              <a:ext uri="{FF2B5EF4-FFF2-40B4-BE49-F238E27FC236}">
                <a16:creationId xmlns:a16="http://schemas.microsoft.com/office/drawing/2014/main" id="{729CB45C-65E2-4873-8E65-58D8439683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1333" y="3797047"/>
            <a:ext cx="461888" cy="461888"/>
          </a:xfrm>
          <a:prstGeom prst="rect">
            <a:avLst/>
          </a:prstGeom>
        </p:spPr>
      </p:pic>
      <p:pic>
        <p:nvPicPr>
          <p:cNvPr id="46" name="Graphic 45" descr="Man with solid fill">
            <a:extLst>
              <a:ext uri="{FF2B5EF4-FFF2-40B4-BE49-F238E27FC236}">
                <a16:creationId xmlns:a16="http://schemas.microsoft.com/office/drawing/2014/main" id="{3D770A80-2DD7-43CB-B972-CA52938A542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93795" y="4521262"/>
            <a:ext cx="461888" cy="461888"/>
          </a:xfrm>
          <a:prstGeom prst="rect">
            <a:avLst/>
          </a:prstGeom>
        </p:spPr>
      </p:pic>
      <p:pic>
        <p:nvPicPr>
          <p:cNvPr id="47" name="Graphic 46" descr="Man with solid fill">
            <a:extLst>
              <a:ext uri="{FF2B5EF4-FFF2-40B4-BE49-F238E27FC236}">
                <a16:creationId xmlns:a16="http://schemas.microsoft.com/office/drawing/2014/main" id="{DDF3F92F-3993-4656-A24E-0B8D0A967C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94236" y="4819406"/>
            <a:ext cx="461888" cy="461888"/>
          </a:xfrm>
          <a:prstGeom prst="rect">
            <a:avLst/>
          </a:prstGeom>
        </p:spPr>
      </p:pic>
      <p:pic>
        <p:nvPicPr>
          <p:cNvPr id="48" name="Graphic 47" descr="Man with solid fill">
            <a:extLst>
              <a:ext uri="{FF2B5EF4-FFF2-40B4-BE49-F238E27FC236}">
                <a16:creationId xmlns:a16="http://schemas.microsoft.com/office/drawing/2014/main" id="{663CBACE-2524-4F6D-8976-981D06D425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01360" y="5063903"/>
            <a:ext cx="461888" cy="461888"/>
          </a:xfrm>
          <a:prstGeom prst="rect">
            <a:avLst/>
          </a:prstGeom>
        </p:spPr>
      </p:pic>
      <p:pic>
        <p:nvPicPr>
          <p:cNvPr id="49" name="Graphic 48" descr="Man with solid fill">
            <a:extLst>
              <a:ext uri="{FF2B5EF4-FFF2-40B4-BE49-F238E27FC236}">
                <a16:creationId xmlns:a16="http://schemas.microsoft.com/office/drawing/2014/main" id="{0C350A0E-1423-4617-BF1C-1761430DC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27571" y="4975373"/>
            <a:ext cx="461888" cy="461888"/>
          </a:xfrm>
          <a:prstGeom prst="rect">
            <a:avLst/>
          </a:prstGeom>
        </p:spPr>
      </p:pic>
      <p:pic>
        <p:nvPicPr>
          <p:cNvPr id="50" name="Graphic 49" descr="Man with solid fill">
            <a:extLst>
              <a:ext uri="{FF2B5EF4-FFF2-40B4-BE49-F238E27FC236}">
                <a16:creationId xmlns:a16="http://schemas.microsoft.com/office/drawing/2014/main" id="{E3298948-5DED-446F-93F4-9438887E9F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104" y="4433129"/>
            <a:ext cx="461888" cy="461888"/>
          </a:xfrm>
          <a:prstGeom prst="rect">
            <a:avLst/>
          </a:prstGeom>
        </p:spPr>
      </p:pic>
      <p:pic>
        <p:nvPicPr>
          <p:cNvPr id="51" name="Graphic 50" descr="Man with solid fill">
            <a:extLst>
              <a:ext uri="{FF2B5EF4-FFF2-40B4-BE49-F238E27FC236}">
                <a16:creationId xmlns:a16="http://schemas.microsoft.com/office/drawing/2014/main" id="{562281DF-E9DB-4C13-B317-626DDD35D9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87580" y="4007153"/>
            <a:ext cx="461888" cy="461888"/>
          </a:xfrm>
          <a:prstGeom prst="rect">
            <a:avLst/>
          </a:prstGeom>
        </p:spPr>
      </p:pic>
      <p:pic>
        <p:nvPicPr>
          <p:cNvPr id="52" name="Graphic 51" descr="Man with solid fill">
            <a:extLst>
              <a:ext uri="{FF2B5EF4-FFF2-40B4-BE49-F238E27FC236}">
                <a16:creationId xmlns:a16="http://schemas.microsoft.com/office/drawing/2014/main" id="{D6A7E053-1D82-4E7D-B234-37970C3D13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78673" y="4508151"/>
            <a:ext cx="461888" cy="461888"/>
          </a:xfrm>
          <a:prstGeom prst="rect">
            <a:avLst/>
          </a:prstGeom>
        </p:spPr>
      </p:pic>
      <p:pic>
        <p:nvPicPr>
          <p:cNvPr id="53" name="Graphic 52" descr="Man with solid fill">
            <a:extLst>
              <a:ext uri="{FF2B5EF4-FFF2-40B4-BE49-F238E27FC236}">
                <a16:creationId xmlns:a16="http://schemas.microsoft.com/office/drawing/2014/main" id="{0BC4A5B8-D7BE-4ACB-AE77-C5013D5B3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97513" y="4771059"/>
            <a:ext cx="461888" cy="461888"/>
          </a:xfrm>
          <a:prstGeom prst="rect">
            <a:avLst/>
          </a:prstGeom>
        </p:spPr>
      </p:pic>
      <p:pic>
        <p:nvPicPr>
          <p:cNvPr id="54" name="Graphic 53" descr="Man with solid fill">
            <a:extLst>
              <a:ext uri="{FF2B5EF4-FFF2-40B4-BE49-F238E27FC236}">
                <a16:creationId xmlns:a16="http://schemas.microsoft.com/office/drawing/2014/main" id="{1D53AF0A-C1AC-4A41-B72E-864240769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3609" y="4360610"/>
            <a:ext cx="461888" cy="461888"/>
          </a:xfrm>
          <a:prstGeom prst="rect">
            <a:avLst/>
          </a:prstGeom>
        </p:spPr>
      </p:pic>
      <p:pic>
        <p:nvPicPr>
          <p:cNvPr id="55" name="Graphic 54" descr="Man with solid fill">
            <a:extLst>
              <a:ext uri="{FF2B5EF4-FFF2-40B4-BE49-F238E27FC236}">
                <a16:creationId xmlns:a16="http://schemas.microsoft.com/office/drawing/2014/main" id="{C4F988AB-5B5F-45C4-AA8A-8FDCDFA73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4676" y="4177406"/>
            <a:ext cx="461888" cy="461888"/>
          </a:xfrm>
          <a:prstGeom prst="rect">
            <a:avLst/>
          </a:prstGeom>
        </p:spPr>
      </p:pic>
      <p:pic>
        <p:nvPicPr>
          <p:cNvPr id="56" name="Graphic 55" descr="Man with solid fill">
            <a:extLst>
              <a:ext uri="{FF2B5EF4-FFF2-40B4-BE49-F238E27FC236}">
                <a16:creationId xmlns:a16="http://schemas.microsoft.com/office/drawing/2014/main" id="{E71C21E1-17BC-4A01-AD0B-0AC1A7210E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38021" y="3651223"/>
            <a:ext cx="461888" cy="461888"/>
          </a:xfrm>
          <a:prstGeom prst="rect">
            <a:avLst/>
          </a:prstGeom>
        </p:spPr>
      </p:pic>
      <p:pic>
        <p:nvPicPr>
          <p:cNvPr id="57" name="Graphic 56" descr="Man with solid fill">
            <a:extLst>
              <a:ext uri="{FF2B5EF4-FFF2-40B4-BE49-F238E27FC236}">
                <a16:creationId xmlns:a16="http://schemas.microsoft.com/office/drawing/2014/main" id="{5D34768A-A6D6-4C22-BE80-99AFB82B10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7228" y="3696031"/>
            <a:ext cx="461888" cy="461888"/>
          </a:xfrm>
          <a:prstGeom prst="rect">
            <a:avLst/>
          </a:prstGeom>
        </p:spPr>
      </p:pic>
      <p:pic>
        <p:nvPicPr>
          <p:cNvPr id="58" name="Graphic 57" descr="Man with solid fill">
            <a:extLst>
              <a:ext uri="{FF2B5EF4-FFF2-40B4-BE49-F238E27FC236}">
                <a16:creationId xmlns:a16="http://schemas.microsoft.com/office/drawing/2014/main" id="{E6DA44E0-479B-404F-8CC0-19A512EDA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9112" y="3367774"/>
            <a:ext cx="461888" cy="461888"/>
          </a:xfrm>
          <a:prstGeom prst="rect">
            <a:avLst/>
          </a:prstGeom>
        </p:spPr>
      </p:pic>
      <p:pic>
        <p:nvPicPr>
          <p:cNvPr id="59" name="Graphic 58" descr="Man with solid fill">
            <a:extLst>
              <a:ext uri="{FF2B5EF4-FFF2-40B4-BE49-F238E27FC236}">
                <a16:creationId xmlns:a16="http://schemas.microsoft.com/office/drawing/2014/main" id="{D4EDB8B0-38E2-49C6-BFEA-377587E18D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4429" y="3168151"/>
            <a:ext cx="461888" cy="461888"/>
          </a:xfrm>
          <a:prstGeom prst="rect">
            <a:avLst/>
          </a:prstGeom>
        </p:spPr>
      </p:pic>
      <p:pic>
        <p:nvPicPr>
          <p:cNvPr id="60" name="Graphic 59" descr="Man with solid fill">
            <a:extLst>
              <a:ext uri="{FF2B5EF4-FFF2-40B4-BE49-F238E27FC236}">
                <a16:creationId xmlns:a16="http://schemas.microsoft.com/office/drawing/2014/main" id="{650E5CAC-5EF9-42DA-9502-BC4CC502B0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67183" y="2587403"/>
            <a:ext cx="461888" cy="461888"/>
          </a:xfrm>
          <a:prstGeom prst="rect">
            <a:avLst/>
          </a:prstGeom>
        </p:spPr>
      </p:pic>
      <p:pic>
        <p:nvPicPr>
          <p:cNvPr id="61" name="Graphic 60" descr="Man with solid fill">
            <a:extLst>
              <a:ext uri="{FF2B5EF4-FFF2-40B4-BE49-F238E27FC236}">
                <a16:creationId xmlns:a16="http://schemas.microsoft.com/office/drawing/2014/main" id="{B91F4E9A-C8EC-43DE-B512-D3A475F541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8591" y="2240190"/>
            <a:ext cx="461888" cy="461888"/>
          </a:xfrm>
          <a:prstGeom prst="rect">
            <a:avLst/>
          </a:prstGeom>
        </p:spPr>
      </p:pic>
      <p:pic>
        <p:nvPicPr>
          <p:cNvPr id="62" name="Graphic 61" descr="Man with solid fill">
            <a:extLst>
              <a:ext uri="{FF2B5EF4-FFF2-40B4-BE49-F238E27FC236}">
                <a16:creationId xmlns:a16="http://schemas.microsoft.com/office/drawing/2014/main" id="{010831ED-82FA-4DE6-A852-BA622261F4D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00592" y="1797723"/>
            <a:ext cx="461888" cy="461888"/>
          </a:xfrm>
          <a:prstGeom prst="rect">
            <a:avLst/>
          </a:prstGeom>
        </p:spPr>
      </p:pic>
      <p:pic>
        <p:nvPicPr>
          <p:cNvPr id="63" name="Graphic 62" descr="Man with solid fill">
            <a:extLst>
              <a:ext uri="{FF2B5EF4-FFF2-40B4-BE49-F238E27FC236}">
                <a16:creationId xmlns:a16="http://schemas.microsoft.com/office/drawing/2014/main" id="{3BDC1A83-6D33-4BFF-91E1-838BD95E6C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82921" y="2022651"/>
            <a:ext cx="461888" cy="461888"/>
          </a:xfrm>
          <a:prstGeom prst="rect">
            <a:avLst/>
          </a:prstGeom>
        </p:spPr>
      </p:pic>
      <p:pic>
        <p:nvPicPr>
          <p:cNvPr id="64" name="Graphic 63" descr="Man with solid fill">
            <a:extLst>
              <a:ext uri="{FF2B5EF4-FFF2-40B4-BE49-F238E27FC236}">
                <a16:creationId xmlns:a16="http://schemas.microsoft.com/office/drawing/2014/main" id="{36AAAA09-F393-4E7C-8387-4354BB19B1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6839" y="2640265"/>
            <a:ext cx="461888" cy="461888"/>
          </a:xfrm>
          <a:prstGeom prst="rect">
            <a:avLst/>
          </a:prstGeom>
        </p:spPr>
      </p:pic>
      <p:pic>
        <p:nvPicPr>
          <p:cNvPr id="65" name="Graphic 64" descr="Man with solid fill">
            <a:extLst>
              <a:ext uri="{FF2B5EF4-FFF2-40B4-BE49-F238E27FC236}">
                <a16:creationId xmlns:a16="http://schemas.microsoft.com/office/drawing/2014/main" id="{1321EC17-C19C-4039-A9D9-762E03BABA1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71893" y="2283781"/>
            <a:ext cx="461888" cy="461888"/>
          </a:xfrm>
          <a:prstGeom prst="rect">
            <a:avLst/>
          </a:prstGeom>
        </p:spPr>
      </p:pic>
      <p:pic>
        <p:nvPicPr>
          <p:cNvPr id="66" name="Graphic 65" descr="Man with solid fill">
            <a:extLst>
              <a:ext uri="{FF2B5EF4-FFF2-40B4-BE49-F238E27FC236}">
                <a16:creationId xmlns:a16="http://schemas.microsoft.com/office/drawing/2014/main" id="{ECC2CAEF-D0D1-44AB-8188-91155DD372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4852" y="2349663"/>
            <a:ext cx="461888" cy="461888"/>
          </a:xfrm>
          <a:prstGeom prst="rect">
            <a:avLst/>
          </a:prstGeom>
        </p:spPr>
      </p:pic>
      <p:pic>
        <p:nvPicPr>
          <p:cNvPr id="67" name="Graphic 66" descr="Man with solid fill">
            <a:extLst>
              <a:ext uri="{FF2B5EF4-FFF2-40B4-BE49-F238E27FC236}">
                <a16:creationId xmlns:a16="http://schemas.microsoft.com/office/drawing/2014/main" id="{DD716C67-AB1E-48BB-9202-1F8D0739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7513" y="2818230"/>
            <a:ext cx="461888" cy="461888"/>
          </a:xfrm>
          <a:prstGeom prst="rect">
            <a:avLst/>
          </a:prstGeom>
        </p:spPr>
      </p:pic>
      <p:pic>
        <p:nvPicPr>
          <p:cNvPr id="68" name="Graphic 67" descr="Man with solid fill">
            <a:extLst>
              <a:ext uri="{FF2B5EF4-FFF2-40B4-BE49-F238E27FC236}">
                <a16:creationId xmlns:a16="http://schemas.microsoft.com/office/drawing/2014/main" id="{5F5C37E2-E7F5-4E3A-8BFC-24FEAA86C68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36317" y="3295294"/>
            <a:ext cx="461888" cy="461888"/>
          </a:xfrm>
          <a:prstGeom prst="rect">
            <a:avLst/>
          </a:prstGeom>
        </p:spPr>
      </p:pic>
      <p:pic>
        <p:nvPicPr>
          <p:cNvPr id="69" name="Graphic 68" descr="Man with solid fill">
            <a:extLst>
              <a:ext uri="{FF2B5EF4-FFF2-40B4-BE49-F238E27FC236}">
                <a16:creationId xmlns:a16="http://schemas.microsoft.com/office/drawing/2014/main" id="{1C8281C8-BDD2-4D8B-8245-FFCFCA9E3F2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54085" y="2816438"/>
            <a:ext cx="461888" cy="461888"/>
          </a:xfrm>
          <a:prstGeom prst="rect">
            <a:avLst/>
          </a:prstGeom>
        </p:spPr>
      </p:pic>
      <p:pic>
        <p:nvPicPr>
          <p:cNvPr id="70" name="Graphic 69" descr="Man with solid fill">
            <a:extLst>
              <a:ext uri="{FF2B5EF4-FFF2-40B4-BE49-F238E27FC236}">
                <a16:creationId xmlns:a16="http://schemas.microsoft.com/office/drawing/2014/main" id="{82458135-3138-439D-BEAA-319FBFBB7EA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91475" y="2663279"/>
            <a:ext cx="461888" cy="461888"/>
          </a:xfrm>
          <a:prstGeom prst="rect">
            <a:avLst/>
          </a:prstGeom>
        </p:spPr>
      </p:pic>
      <p:pic>
        <p:nvPicPr>
          <p:cNvPr id="71" name="Graphic 70" descr="Man with solid fill">
            <a:extLst>
              <a:ext uri="{FF2B5EF4-FFF2-40B4-BE49-F238E27FC236}">
                <a16:creationId xmlns:a16="http://schemas.microsoft.com/office/drawing/2014/main" id="{337AF053-7340-4AD2-A995-43CD6AE03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1920" y="3122097"/>
            <a:ext cx="461888" cy="461888"/>
          </a:xfrm>
          <a:prstGeom prst="rect">
            <a:avLst/>
          </a:prstGeom>
        </p:spPr>
      </p:pic>
      <p:pic>
        <p:nvPicPr>
          <p:cNvPr id="72" name="Graphic 71" descr="Man with solid fill">
            <a:extLst>
              <a:ext uri="{FF2B5EF4-FFF2-40B4-BE49-F238E27FC236}">
                <a16:creationId xmlns:a16="http://schemas.microsoft.com/office/drawing/2014/main" id="{7E531E48-2EBE-416B-B45A-CB8F57169D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708" y="3225954"/>
            <a:ext cx="461888" cy="461888"/>
          </a:xfrm>
          <a:prstGeom prst="rect">
            <a:avLst/>
          </a:prstGeom>
        </p:spPr>
      </p:pic>
      <p:pic>
        <p:nvPicPr>
          <p:cNvPr id="73" name="Graphic 72" descr="Man with solid fill">
            <a:extLst>
              <a:ext uri="{FF2B5EF4-FFF2-40B4-BE49-F238E27FC236}">
                <a16:creationId xmlns:a16="http://schemas.microsoft.com/office/drawing/2014/main" id="{B1AEE43F-686C-48DE-8D03-A4A5E2C7AE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51145" y="3592121"/>
            <a:ext cx="461888" cy="461888"/>
          </a:xfrm>
          <a:prstGeom prst="rect">
            <a:avLst/>
          </a:prstGeom>
        </p:spPr>
      </p:pic>
      <p:pic>
        <p:nvPicPr>
          <p:cNvPr id="74" name="Graphic 73" descr="Man with solid fill">
            <a:extLst>
              <a:ext uri="{FF2B5EF4-FFF2-40B4-BE49-F238E27FC236}">
                <a16:creationId xmlns:a16="http://schemas.microsoft.com/office/drawing/2014/main" id="{CB8B9FED-D78D-4978-910E-D974AD5E5D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93172" y="3639982"/>
            <a:ext cx="461888" cy="461888"/>
          </a:xfrm>
          <a:prstGeom prst="rect">
            <a:avLst/>
          </a:prstGeom>
        </p:spPr>
      </p:pic>
      <p:pic>
        <p:nvPicPr>
          <p:cNvPr id="75" name="Graphic 74" descr="Man with solid fill">
            <a:extLst>
              <a:ext uri="{FF2B5EF4-FFF2-40B4-BE49-F238E27FC236}">
                <a16:creationId xmlns:a16="http://schemas.microsoft.com/office/drawing/2014/main" id="{0F46705F-5F63-4B00-B050-F72200295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9939" y="3923333"/>
            <a:ext cx="461888" cy="461888"/>
          </a:xfrm>
          <a:prstGeom prst="rect">
            <a:avLst/>
          </a:prstGeom>
        </p:spPr>
      </p:pic>
      <p:pic>
        <p:nvPicPr>
          <p:cNvPr id="76" name="Graphic 75" descr="Man with solid fill">
            <a:extLst>
              <a:ext uri="{FF2B5EF4-FFF2-40B4-BE49-F238E27FC236}">
                <a16:creationId xmlns:a16="http://schemas.microsoft.com/office/drawing/2014/main" id="{28028D98-4C3A-46B3-B339-9DEA5C8FEAC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05899" y="3192737"/>
            <a:ext cx="461888" cy="461888"/>
          </a:xfrm>
          <a:prstGeom prst="rect">
            <a:avLst/>
          </a:prstGeom>
        </p:spPr>
      </p:pic>
      <p:pic>
        <p:nvPicPr>
          <p:cNvPr id="77" name="Graphic 76" descr="Man with solid fill">
            <a:extLst>
              <a:ext uri="{FF2B5EF4-FFF2-40B4-BE49-F238E27FC236}">
                <a16:creationId xmlns:a16="http://schemas.microsoft.com/office/drawing/2014/main" id="{50456FAD-06BD-4AB3-9A38-CEFFA743A12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94725" y="2944705"/>
            <a:ext cx="461888" cy="461888"/>
          </a:xfrm>
          <a:prstGeom prst="rect">
            <a:avLst/>
          </a:prstGeom>
        </p:spPr>
      </p:pic>
      <p:pic>
        <p:nvPicPr>
          <p:cNvPr id="78" name="Graphic 77" descr="Man with solid fill">
            <a:extLst>
              <a:ext uri="{FF2B5EF4-FFF2-40B4-BE49-F238E27FC236}">
                <a16:creationId xmlns:a16="http://schemas.microsoft.com/office/drawing/2014/main" id="{CCF10E00-A3CB-400E-BEA4-12201561C71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94725" y="3816186"/>
            <a:ext cx="461888" cy="461888"/>
          </a:xfrm>
          <a:prstGeom prst="rect">
            <a:avLst/>
          </a:prstGeom>
        </p:spPr>
      </p:pic>
      <p:pic>
        <p:nvPicPr>
          <p:cNvPr id="79" name="Graphic 78" descr="Man with solid fill">
            <a:extLst>
              <a:ext uri="{FF2B5EF4-FFF2-40B4-BE49-F238E27FC236}">
                <a16:creationId xmlns:a16="http://schemas.microsoft.com/office/drawing/2014/main" id="{6EAF1DA7-8E7C-41B2-A0E0-5719FE16B75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783552" y="3568154"/>
            <a:ext cx="461888" cy="461888"/>
          </a:xfrm>
          <a:prstGeom prst="rect">
            <a:avLst/>
          </a:prstGeom>
        </p:spPr>
      </p:pic>
      <p:pic>
        <p:nvPicPr>
          <p:cNvPr id="80" name="Graphic 79" descr="Man with solid fill">
            <a:extLst>
              <a:ext uri="{FF2B5EF4-FFF2-40B4-BE49-F238E27FC236}">
                <a16:creationId xmlns:a16="http://schemas.microsoft.com/office/drawing/2014/main" id="{8592D018-D2FC-4CDE-BE5E-EC766942E9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74184" y="3106266"/>
            <a:ext cx="461888" cy="461888"/>
          </a:xfrm>
          <a:prstGeom prst="rect">
            <a:avLst/>
          </a:prstGeom>
        </p:spPr>
      </p:pic>
      <p:pic>
        <p:nvPicPr>
          <p:cNvPr id="81" name="Graphic 80" descr="Man with solid fill">
            <a:extLst>
              <a:ext uri="{FF2B5EF4-FFF2-40B4-BE49-F238E27FC236}">
                <a16:creationId xmlns:a16="http://schemas.microsoft.com/office/drawing/2014/main" id="{0E388857-96B1-48D3-89E8-C651B510E39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21855" y="2567055"/>
            <a:ext cx="461888" cy="461888"/>
          </a:xfrm>
          <a:prstGeom prst="rect">
            <a:avLst/>
          </a:prstGeom>
        </p:spPr>
      </p:pic>
      <p:pic>
        <p:nvPicPr>
          <p:cNvPr id="82" name="Graphic 81" descr="Man with solid fill">
            <a:extLst>
              <a:ext uri="{FF2B5EF4-FFF2-40B4-BE49-F238E27FC236}">
                <a16:creationId xmlns:a16="http://schemas.microsoft.com/office/drawing/2014/main" id="{CCC22EFB-4066-46E0-AA13-4868EDD9E93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43728" y="2745669"/>
            <a:ext cx="461888" cy="461888"/>
          </a:xfrm>
          <a:prstGeom prst="rect">
            <a:avLst/>
          </a:prstGeom>
        </p:spPr>
      </p:pic>
      <p:pic>
        <p:nvPicPr>
          <p:cNvPr id="83" name="Graphic 82" descr="Man with solid fill">
            <a:extLst>
              <a:ext uri="{FF2B5EF4-FFF2-40B4-BE49-F238E27FC236}">
                <a16:creationId xmlns:a16="http://schemas.microsoft.com/office/drawing/2014/main" id="{D07C13E6-61F8-489A-A414-D84436EB30D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782023" y="3132182"/>
            <a:ext cx="461888" cy="461888"/>
          </a:xfrm>
          <a:prstGeom prst="rect">
            <a:avLst/>
          </a:prstGeom>
        </p:spPr>
      </p:pic>
      <p:pic>
        <p:nvPicPr>
          <p:cNvPr id="84" name="Graphic 83" descr="Man with solid fill">
            <a:extLst>
              <a:ext uri="{FF2B5EF4-FFF2-40B4-BE49-F238E27FC236}">
                <a16:creationId xmlns:a16="http://schemas.microsoft.com/office/drawing/2014/main" id="{DDD259E7-3F00-4337-AE38-685CC98E862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271620" y="3278326"/>
            <a:ext cx="461888" cy="461888"/>
          </a:xfrm>
          <a:prstGeom prst="rect">
            <a:avLst/>
          </a:prstGeom>
        </p:spPr>
      </p:pic>
      <p:pic>
        <p:nvPicPr>
          <p:cNvPr id="85" name="Graphic 84" descr="Man with solid fill">
            <a:extLst>
              <a:ext uri="{FF2B5EF4-FFF2-40B4-BE49-F238E27FC236}">
                <a16:creationId xmlns:a16="http://schemas.microsoft.com/office/drawing/2014/main" id="{AF61A1D4-8346-46DB-A952-E754C3AB500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09975" y="3538946"/>
            <a:ext cx="461888" cy="461888"/>
          </a:xfrm>
          <a:prstGeom prst="rect">
            <a:avLst/>
          </a:prstGeom>
        </p:spPr>
      </p:pic>
      <p:pic>
        <p:nvPicPr>
          <p:cNvPr id="86" name="Graphic 85" descr="Man with solid fill">
            <a:extLst>
              <a:ext uri="{FF2B5EF4-FFF2-40B4-BE49-F238E27FC236}">
                <a16:creationId xmlns:a16="http://schemas.microsoft.com/office/drawing/2014/main" id="{9BB525C5-C000-4070-9DD1-42E6291FD62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087561" y="3799098"/>
            <a:ext cx="461888" cy="461888"/>
          </a:xfrm>
          <a:prstGeom prst="rect">
            <a:avLst/>
          </a:prstGeom>
        </p:spPr>
      </p:pic>
      <p:pic>
        <p:nvPicPr>
          <p:cNvPr id="87" name="Graphic 86" descr="Man with solid fill">
            <a:extLst>
              <a:ext uri="{FF2B5EF4-FFF2-40B4-BE49-F238E27FC236}">
                <a16:creationId xmlns:a16="http://schemas.microsoft.com/office/drawing/2014/main" id="{D1B62A24-59A0-4456-B3A2-0DFD71D5A02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404529" y="3989597"/>
            <a:ext cx="461888" cy="461888"/>
          </a:xfrm>
          <a:prstGeom prst="rect">
            <a:avLst/>
          </a:prstGeom>
        </p:spPr>
      </p:pic>
      <p:pic>
        <p:nvPicPr>
          <p:cNvPr id="88" name="Graphic 87" descr="Man with solid fill">
            <a:extLst>
              <a:ext uri="{FF2B5EF4-FFF2-40B4-BE49-F238E27FC236}">
                <a16:creationId xmlns:a16="http://schemas.microsoft.com/office/drawing/2014/main" id="{006B50CE-DA9B-46AA-96F7-B1AADD4361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931936" y="3776862"/>
            <a:ext cx="461888" cy="461888"/>
          </a:xfrm>
          <a:prstGeom prst="rect">
            <a:avLst/>
          </a:prstGeom>
        </p:spPr>
      </p:pic>
      <p:pic>
        <p:nvPicPr>
          <p:cNvPr id="89" name="Graphic 88" descr="Man with solid fill">
            <a:extLst>
              <a:ext uri="{FF2B5EF4-FFF2-40B4-BE49-F238E27FC236}">
                <a16:creationId xmlns:a16="http://schemas.microsoft.com/office/drawing/2014/main" id="{44EC8D03-CB6B-4AC3-BE83-77DA702510B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855932" y="4198563"/>
            <a:ext cx="461888" cy="461888"/>
          </a:xfrm>
          <a:prstGeom prst="rect">
            <a:avLst/>
          </a:prstGeom>
        </p:spPr>
      </p:pic>
      <p:pic>
        <p:nvPicPr>
          <p:cNvPr id="90" name="Graphic 89" descr="Man with solid fill">
            <a:extLst>
              <a:ext uri="{FF2B5EF4-FFF2-40B4-BE49-F238E27FC236}">
                <a16:creationId xmlns:a16="http://schemas.microsoft.com/office/drawing/2014/main" id="{36D584C1-DC2E-4BEE-AA00-D9146DA76D4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368317" y="3685450"/>
            <a:ext cx="461888" cy="461888"/>
          </a:xfrm>
          <a:prstGeom prst="rect">
            <a:avLst/>
          </a:prstGeom>
        </p:spPr>
      </p:pic>
      <p:pic>
        <p:nvPicPr>
          <p:cNvPr id="91" name="Graphic 90" descr="Man with solid fill">
            <a:extLst>
              <a:ext uri="{FF2B5EF4-FFF2-40B4-BE49-F238E27FC236}">
                <a16:creationId xmlns:a16="http://schemas.microsoft.com/office/drawing/2014/main" id="{5D774E32-6F00-44ED-99AC-90D9EE18B36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32744" y="3311714"/>
            <a:ext cx="461888" cy="461888"/>
          </a:xfrm>
          <a:prstGeom prst="rect">
            <a:avLst/>
          </a:prstGeom>
        </p:spPr>
      </p:pic>
      <p:pic>
        <p:nvPicPr>
          <p:cNvPr id="92" name="Graphic 91" descr="Man with solid fill">
            <a:extLst>
              <a:ext uri="{FF2B5EF4-FFF2-40B4-BE49-F238E27FC236}">
                <a16:creationId xmlns:a16="http://schemas.microsoft.com/office/drawing/2014/main" id="{B9B793A6-6A2C-4919-B724-F3955AB4C53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635473" y="2674899"/>
            <a:ext cx="461888" cy="461888"/>
          </a:xfrm>
          <a:prstGeom prst="rect">
            <a:avLst/>
          </a:prstGeom>
        </p:spPr>
      </p:pic>
      <p:sp>
        <p:nvSpPr>
          <p:cNvPr id="93" name="Arc 92">
            <a:extLst>
              <a:ext uri="{FF2B5EF4-FFF2-40B4-BE49-F238E27FC236}">
                <a16:creationId xmlns:a16="http://schemas.microsoft.com/office/drawing/2014/main" id="{66E66D6C-6DC6-4DA4-832F-F71A5CC27AFE}"/>
              </a:ext>
            </a:extLst>
          </p:cNvPr>
          <p:cNvSpPr/>
          <p:nvPr/>
        </p:nvSpPr>
        <p:spPr>
          <a:xfrm>
            <a:off x="497059" y="2007807"/>
            <a:ext cx="8377125" cy="944728"/>
          </a:xfrm>
          <a:prstGeom prst="arc">
            <a:avLst>
              <a:gd name="adj1" fmla="val 13592056"/>
              <a:gd name="adj2" fmla="val 21525747"/>
            </a:avLst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4" name="Arc 93">
            <a:extLst>
              <a:ext uri="{FF2B5EF4-FFF2-40B4-BE49-F238E27FC236}">
                <a16:creationId xmlns:a16="http://schemas.microsoft.com/office/drawing/2014/main" id="{E434D875-F828-415D-82C2-84CBB4314D94}"/>
              </a:ext>
            </a:extLst>
          </p:cNvPr>
          <p:cNvSpPr/>
          <p:nvPr/>
        </p:nvSpPr>
        <p:spPr>
          <a:xfrm flipH="1" flipV="1">
            <a:off x="497059" y="4437377"/>
            <a:ext cx="8377125" cy="944728"/>
          </a:xfrm>
          <a:prstGeom prst="arc">
            <a:avLst>
              <a:gd name="adj1" fmla="val 10832595"/>
              <a:gd name="adj2" fmla="val 18996999"/>
            </a:avLst>
          </a:prstGeom>
          <a:ln>
            <a:solidFill>
              <a:schemeClr val="bg2"/>
            </a:solidFill>
            <a:headEnd type="none" w="med" len="med"/>
            <a:tailEnd type="triangl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 dirty="0">
              <a:solidFill>
                <a:srgbClr val="FFFFFF">
                  <a:lumMod val="85000"/>
                </a:srgbClr>
              </a:solidFill>
              <a:latin typeface="Montserrat"/>
              <a:sym typeface="Arial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4FED7B32-0E6B-4F05-9530-508CB4D6CED0}"/>
              </a:ext>
            </a:extLst>
          </p:cNvPr>
          <p:cNvSpPr/>
          <p:nvPr/>
        </p:nvSpPr>
        <p:spPr>
          <a:xfrm>
            <a:off x="663756" y="399118"/>
            <a:ext cx="4580741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Population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A12702F-228A-498E-A0DF-A0AC8DDFFA51}"/>
              </a:ext>
            </a:extLst>
          </p:cNvPr>
          <p:cNvSpPr/>
          <p:nvPr/>
        </p:nvSpPr>
        <p:spPr>
          <a:xfrm>
            <a:off x="7784266" y="403486"/>
            <a:ext cx="3198953" cy="1025987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5867" b="1" kern="0" dirty="0">
                <a:ln w="12700">
                  <a:solidFill>
                    <a:srgbClr val="FFFFFF">
                      <a:lumMod val="65000"/>
                    </a:srgbClr>
                  </a:solidFill>
                  <a:prstDash val="solid"/>
                </a:ln>
                <a:solidFill>
                  <a:srgbClr val="FFFFFF">
                    <a:lumMod val="85000"/>
                  </a:srgbClr>
                </a:solidFill>
                <a:effectLst>
                  <a:outerShdw dist="38100" dir="2640000" algn="bl" rotWithShape="0">
                    <a:srgbClr val="FFFFFF">
                      <a:lumMod val="75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Sample</a:t>
            </a:r>
            <a:endParaRPr lang="en-US" sz="5867" b="1" kern="0" dirty="0">
              <a:ln w="12700">
                <a:solidFill>
                  <a:srgbClr val="FFFFFF">
                    <a:lumMod val="65000"/>
                  </a:srgbClr>
                </a:solidFill>
                <a:prstDash val="solid"/>
              </a:ln>
              <a:solidFill>
                <a:srgbClr val="FFFFFF">
                  <a:lumMod val="85000"/>
                </a:srgbClr>
              </a:solidFill>
              <a:effectLst>
                <a:outerShdw dist="38100" dir="2640000" algn="bl" rotWithShape="0">
                  <a:srgbClr val="FFFFFF">
                    <a:lumMod val="75000"/>
                  </a:srgbClr>
                </a:outerShdw>
              </a:effectLst>
              <a:latin typeface="Arial"/>
              <a:cs typeface="Arial"/>
              <a:sym typeface="Arial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CF90F06-AEE8-4406-9381-9741C0956253}"/>
              </a:ext>
            </a:extLst>
          </p:cNvPr>
          <p:cNvSpPr/>
          <p:nvPr/>
        </p:nvSpPr>
        <p:spPr>
          <a:xfrm>
            <a:off x="4793870" y="2068782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FFFFFF">
                    <a:lumMod val="85000"/>
                  </a:srgb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Sampling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8FD53DAA-3688-4DD3-9FDB-98E3C09C8D11}"/>
              </a:ext>
            </a:extLst>
          </p:cNvPr>
          <p:cNvSpPr/>
          <p:nvPr/>
        </p:nvSpPr>
        <p:spPr>
          <a:xfrm>
            <a:off x="4793870" y="4665741"/>
            <a:ext cx="2685277" cy="615553"/>
          </a:xfrm>
          <a:prstGeom prst="rect">
            <a:avLst/>
          </a:prstGeom>
          <a:noFill/>
          <a:ln>
            <a:noFill/>
          </a:ln>
        </p:spPr>
        <p:txBody>
          <a:bodyPr wrap="squar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200" kern="0" dirty="0">
                <a:ln w="0"/>
                <a:solidFill>
                  <a:srgbClr val="85D5E6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62046E-A55F-4B0C-85D0-EAB25A74D43B}"/>
              </a:ext>
            </a:extLst>
          </p:cNvPr>
          <p:cNvSpPr/>
          <p:nvPr/>
        </p:nvSpPr>
        <p:spPr>
          <a:xfrm>
            <a:off x="457769" y="5582531"/>
            <a:ext cx="4992712" cy="697563"/>
          </a:xfrm>
          <a:prstGeom prst="rect">
            <a:avLst/>
          </a:prstGeom>
          <a:noFill/>
        </p:spPr>
        <p:txBody>
          <a:bodyPr wrap="none" lIns="121920" tIns="60960" rIns="121920" bIns="6096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US" sz="3733" b="1" kern="0" dirty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97A7"/>
                </a:solidFill>
                <a:effectLst>
                  <a:outerShdw blurRad="12700" dist="38100" dir="2700000" algn="tl" rotWithShape="0">
                    <a:srgbClr val="0097A7">
                      <a:lumMod val="60000"/>
                      <a:lumOff val="40000"/>
                    </a:srgbClr>
                  </a:outerShdw>
                </a:effectLst>
                <a:latin typeface="Montserrat"/>
                <a:cs typeface="Arial"/>
                <a:sym typeface="Arial"/>
              </a:rPr>
              <a:t>Inferential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50855B39-833F-2BA6-9216-970483A8D740}"/>
                  </a:ext>
                </a:extLst>
              </p:cNvPr>
              <p:cNvSpPr/>
              <p:nvPr/>
            </p:nvSpPr>
            <p:spPr>
              <a:xfrm>
                <a:off x="907091" y="2470555"/>
                <a:ext cx="3060170" cy="1824871"/>
              </a:xfrm>
              <a:prstGeom prst="wedgeRoundRectCallout">
                <a:avLst>
                  <a:gd name="adj1" fmla="val -1536"/>
                  <a:gd name="adj2" fmla="val 115218"/>
                  <a:gd name="adj3" fmla="val 16667"/>
                </a:avLst>
              </a:prstGeom>
              <a:solidFill>
                <a:srgbClr val="0097A7">
                  <a:alpha val="8000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P-value, 95% confidence interval, statistical tests (e.g., T-test,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/>
                  <a:t> test... etc.)</a:t>
                </a:r>
              </a:p>
            </p:txBody>
          </p:sp>
        </mc:Choice>
        <mc:Fallback xmlns="">
          <p:sp>
            <p:nvSpPr>
              <p:cNvPr id="3" name="Speech Bubble: Rectangle with Corners Rounded 2">
                <a:extLst>
                  <a:ext uri="{FF2B5EF4-FFF2-40B4-BE49-F238E27FC236}">
                    <a16:creationId xmlns:a16="http://schemas.microsoft.com/office/drawing/2014/main" id="{50855B39-833F-2BA6-9216-970483A8D7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91" y="2470555"/>
                <a:ext cx="3060170" cy="1824871"/>
              </a:xfrm>
              <a:prstGeom prst="wedgeRoundRectCallout">
                <a:avLst>
                  <a:gd name="adj1" fmla="val -1536"/>
                  <a:gd name="adj2" fmla="val 115218"/>
                  <a:gd name="adj3" fmla="val 16667"/>
                </a:avLst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A5F88-806E-714A-062C-95456C884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C599C-B0AC-A161-F4F7-8F610FD1B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39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1017C-4F33-462D-A249-6F6304BFE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92BC2C63-213B-C3E1-8404-D89E3504BCC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632488"/>
                  </p:ext>
                </p:extLst>
              </p:nvPr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92BC2C63-213B-C3E1-8404-D89E3504BCC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6632488"/>
                  </p:ext>
                </p:extLst>
              </p:nvPr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105613-162D-1420-0F20-510D0A477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96DE0-0AD3-FA2E-764D-83D9573F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37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6264E2-139B-4587-B6BB-C24FC7A59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6C825B-B69A-4234-8CA9-4D268B643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977DD27-3EE5-4869-8E56-73D1F028B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27FB7D-49D7-4433-B2F0-C6B8AA7D2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A2FA43-7D83-4C7C-9AC7-B80152780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1F799C-6426-47B7-B8C4-37A4212A54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D9BCD9-79A2-42B6-B46A-5CFA2CDF9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B1C706A-E791-40F3-B92E-EC6E340CD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35C7407-0A35-4D05-991E-24D1F2BC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A998346-CEEB-4F14-ACBF-CC3EC1C5D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9FD46E-6553-4CB1-AF38-449D53EAA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062501-984E-46BF-99DD-B3A938E58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46C885-1840-47EA-A529-D9E7568B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5100762-DAFB-4716-847A-DBCF3FC398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6C5D3E-8A66-46A9-9619-29C463BE8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6DE08F3-7AF5-43A3-841F-3E467A743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21016D-0331-4401-ACBA-C7CA96CE77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02169C3-24E0-4C0D-B1A8-594916488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15BC29B-E0B5-4822-A229-59AD3FAF0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C268088-CA27-4AFD-921B-D81EAC9D0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483ECE-3490-4614-9C31-ACF954A99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95615C8-9E93-41DE-8AC6-3E6FFE5ED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9798DF4-23A6-81B2-73A0-28E3A5162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Research Questions vs.</a:t>
            </a:r>
            <a:br>
              <a:rPr lang="en-US" dirty="0"/>
            </a:br>
            <a:r>
              <a:rPr lang="en-US" dirty="0"/>
              <a:t>Types of Analyses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DE370A4-182C-F6C7-6C12-E8180FF704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0180682"/>
              </p:ext>
            </p:extLst>
          </p:nvPr>
        </p:nvGraphicFramePr>
        <p:xfrm>
          <a:off x="838200" y="1825625"/>
          <a:ext cx="10515600" cy="3669665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7477125">
                  <a:extLst>
                    <a:ext uri="{9D8B030D-6E8A-4147-A177-3AD203B41FA5}">
                      <a16:colId xmlns:a16="http://schemas.microsoft.com/office/drawing/2014/main" val="401437177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373655066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667940095"/>
                    </a:ext>
                  </a:extLst>
                </a:gridCol>
                <a:gridCol w="781050">
                  <a:extLst>
                    <a:ext uri="{9D8B030D-6E8A-4147-A177-3AD203B41FA5}">
                      <a16:colId xmlns:a16="http://schemas.microsoft.com/office/drawing/2014/main" val="805208720"/>
                    </a:ext>
                  </a:extLst>
                </a:gridCol>
                <a:gridCol w="771525">
                  <a:extLst>
                    <a:ext uri="{9D8B030D-6E8A-4147-A177-3AD203B41FA5}">
                      <a16:colId xmlns:a16="http://schemas.microsoft.com/office/drawing/2014/main" val="499269617"/>
                    </a:ext>
                  </a:extLst>
                </a:gridCol>
              </a:tblGrid>
              <a:tr h="1546225">
                <a:tc>
                  <a:txBody>
                    <a:bodyPr/>
                    <a:lstStyle/>
                    <a:p>
                      <a:r>
                        <a:rPr lang="en-US" dirty="0"/>
                        <a:t>Research question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Association</a:t>
                      </a:r>
                    </a:p>
                  </a:txBody>
                  <a:tcPr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Descriptive</a:t>
                      </a:r>
                    </a:p>
                  </a:txBody>
                  <a:tcPr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Comparative</a:t>
                      </a:r>
                    </a:p>
                  </a:txBody>
                  <a:tcPr vert="vert27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Inferential</a:t>
                      </a:r>
                    </a:p>
                  </a:txBody>
                  <a:tcPr vert="vert27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711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is the average height of 6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grade students?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×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325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is the male/female distribution of admitted patients?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687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What is the distribution of educational level?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410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 smokers have higher lung cancer incidence?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✓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263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Is the risk of smoking-associated lung cancer higher among males or females?</a:t>
                      </a:r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✓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×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✓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?</a:t>
                      </a: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112466"/>
                  </a:ext>
                </a:extLst>
              </a:tr>
            </a:tbl>
          </a:graphicData>
        </a:graphic>
      </p:graphicFrame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47FA952-E2A8-7925-1EF9-E5B7CB79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9EE0D-87D4-1AD5-D5B2-7D5B1F2C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12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5D138B-8D2A-B29E-2115-9719BAF54687}"/>
              </a:ext>
            </a:extLst>
          </p:cNvPr>
          <p:cNvSpPr/>
          <p:nvPr/>
        </p:nvSpPr>
        <p:spPr>
          <a:xfrm>
            <a:off x="10839450" y="3448050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7BBF40-DBCA-8042-E753-4B2B592C65B4}"/>
              </a:ext>
            </a:extLst>
          </p:cNvPr>
          <p:cNvSpPr/>
          <p:nvPr/>
        </p:nvSpPr>
        <p:spPr>
          <a:xfrm>
            <a:off x="8572500" y="3422332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6D07E0-BFF1-D556-E7F1-4E608C3A1093}"/>
              </a:ext>
            </a:extLst>
          </p:cNvPr>
          <p:cNvSpPr/>
          <p:nvPr/>
        </p:nvSpPr>
        <p:spPr>
          <a:xfrm>
            <a:off x="9315450" y="3471862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5CCB6-D3C6-31F5-5A93-9C78F3D6FA81}"/>
              </a:ext>
            </a:extLst>
          </p:cNvPr>
          <p:cNvSpPr/>
          <p:nvPr/>
        </p:nvSpPr>
        <p:spPr>
          <a:xfrm>
            <a:off x="10058400" y="3471862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97A418-E848-303E-537A-596F8903D4FC}"/>
              </a:ext>
            </a:extLst>
          </p:cNvPr>
          <p:cNvSpPr/>
          <p:nvPr/>
        </p:nvSpPr>
        <p:spPr>
          <a:xfrm>
            <a:off x="10839450" y="3828096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AF9DA4-9E2B-59C0-FC3D-CA930FD93EF3}"/>
              </a:ext>
            </a:extLst>
          </p:cNvPr>
          <p:cNvSpPr/>
          <p:nvPr/>
        </p:nvSpPr>
        <p:spPr>
          <a:xfrm>
            <a:off x="8572500" y="3802378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3A083-EF1A-3EFF-0D5F-203BF75810B4}"/>
              </a:ext>
            </a:extLst>
          </p:cNvPr>
          <p:cNvSpPr/>
          <p:nvPr/>
        </p:nvSpPr>
        <p:spPr>
          <a:xfrm>
            <a:off x="9315450" y="3851908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485CDF-DEB2-89C9-5CE2-EA4AA0F382C3}"/>
              </a:ext>
            </a:extLst>
          </p:cNvPr>
          <p:cNvSpPr/>
          <p:nvPr/>
        </p:nvSpPr>
        <p:spPr>
          <a:xfrm>
            <a:off x="10058400" y="3851908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16E3D5-E89F-E9F9-B7E0-DAB34D859007}"/>
              </a:ext>
            </a:extLst>
          </p:cNvPr>
          <p:cNvSpPr/>
          <p:nvPr/>
        </p:nvSpPr>
        <p:spPr>
          <a:xfrm>
            <a:off x="10839450" y="4208142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BBEAA5-63F1-F32F-ADF1-C15EA9B39074}"/>
              </a:ext>
            </a:extLst>
          </p:cNvPr>
          <p:cNvSpPr/>
          <p:nvPr/>
        </p:nvSpPr>
        <p:spPr>
          <a:xfrm>
            <a:off x="8572500" y="4182424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79415A-3B89-A1B1-D1AE-5B9CAE6E2159}"/>
              </a:ext>
            </a:extLst>
          </p:cNvPr>
          <p:cNvSpPr/>
          <p:nvPr/>
        </p:nvSpPr>
        <p:spPr>
          <a:xfrm>
            <a:off x="9315450" y="4231954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BE007D-5366-0C87-C40D-3C39A44E072A}"/>
              </a:ext>
            </a:extLst>
          </p:cNvPr>
          <p:cNvSpPr/>
          <p:nvPr/>
        </p:nvSpPr>
        <p:spPr>
          <a:xfrm>
            <a:off x="10058400" y="4231954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A75891-7058-60F4-F4A8-56F701065600}"/>
              </a:ext>
            </a:extLst>
          </p:cNvPr>
          <p:cNvSpPr/>
          <p:nvPr/>
        </p:nvSpPr>
        <p:spPr>
          <a:xfrm>
            <a:off x="10839450" y="4581204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BAE8E9-F2F0-3A9B-F029-C575B0951E16}"/>
              </a:ext>
            </a:extLst>
          </p:cNvPr>
          <p:cNvSpPr/>
          <p:nvPr/>
        </p:nvSpPr>
        <p:spPr>
          <a:xfrm>
            <a:off x="8572500" y="4555486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0E03CA-4033-0C17-E7F3-B45C048ADD45}"/>
              </a:ext>
            </a:extLst>
          </p:cNvPr>
          <p:cNvSpPr/>
          <p:nvPr/>
        </p:nvSpPr>
        <p:spPr>
          <a:xfrm>
            <a:off x="9315450" y="4605016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A64000-9B19-3B0C-B4E6-5EBAAF710034}"/>
              </a:ext>
            </a:extLst>
          </p:cNvPr>
          <p:cNvSpPr/>
          <p:nvPr/>
        </p:nvSpPr>
        <p:spPr>
          <a:xfrm>
            <a:off x="10058400" y="4605016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F5B216-A463-8FB4-0FA4-1C30E83C2505}"/>
              </a:ext>
            </a:extLst>
          </p:cNvPr>
          <p:cNvSpPr/>
          <p:nvPr/>
        </p:nvSpPr>
        <p:spPr>
          <a:xfrm>
            <a:off x="10839450" y="5094287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4CF64E-428A-836D-19AB-91F8E9774F5E}"/>
              </a:ext>
            </a:extLst>
          </p:cNvPr>
          <p:cNvSpPr/>
          <p:nvPr/>
        </p:nvSpPr>
        <p:spPr>
          <a:xfrm>
            <a:off x="8572500" y="5068569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D34CB5-1A89-D7E1-ED36-2899DBFE73A0}"/>
              </a:ext>
            </a:extLst>
          </p:cNvPr>
          <p:cNvSpPr/>
          <p:nvPr/>
        </p:nvSpPr>
        <p:spPr>
          <a:xfrm>
            <a:off x="9315450" y="5118099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C38D5A-9C95-4CA3-E66D-15EE99CD3882}"/>
              </a:ext>
            </a:extLst>
          </p:cNvPr>
          <p:cNvSpPr/>
          <p:nvPr/>
        </p:nvSpPr>
        <p:spPr>
          <a:xfrm>
            <a:off x="10058400" y="5118099"/>
            <a:ext cx="266700" cy="238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37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0B9CE-114A-39AB-B3A4-B5E95789F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EDFCDD-BB08-8F2D-53F2-45E1DE227BB8}"/>
              </a:ext>
            </a:extLst>
          </p:cNvPr>
          <p:cNvSpPr/>
          <p:nvPr/>
        </p:nvSpPr>
        <p:spPr>
          <a:xfrm>
            <a:off x="6473823" y="4352923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424173-D149-3ADA-1EC9-0ED50E6123B5}"/>
              </a:ext>
            </a:extLst>
          </p:cNvPr>
          <p:cNvSpPr/>
          <p:nvPr/>
        </p:nvSpPr>
        <p:spPr>
          <a:xfrm>
            <a:off x="1835149" y="2349497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75242F-2260-EF0F-F1C4-F11404352419}"/>
              </a:ext>
            </a:extLst>
          </p:cNvPr>
          <p:cNvSpPr/>
          <p:nvPr/>
        </p:nvSpPr>
        <p:spPr>
          <a:xfrm>
            <a:off x="6473823" y="2349497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24A94-94B6-A9CD-DE1E-313168DEE8B3}"/>
              </a:ext>
            </a:extLst>
          </p:cNvPr>
          <p:cNvSpPr/>
          <p:nvPr/>
        </p:nvSpPr>
        <p:spPr>
          <a:xfrm>
            <a:off x="1835149" y="4352923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4BC223-B42C-2D96-E89B-AF3C8F2FB501}"/>
              </a:ext>
            </a:extLst>
          </p:cNvPr>
          <p:cNvSpPr txBox="1"/>
          <p:nvPr/>
        </p:nvSpPr>
        <p:spPr>
          <a:xfrm>
            <a:off x="2786597" y="2566379"/>
            <a:ext cx="273577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RR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OR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RD/AR</a:t>
            </a:r>
          </a:p>
          <a:p>
            <a:pPr algn="ctr"/>
            <a:r>
              <a:rPr lang="en-US" sz="2400" b="1" dirty="0">
                <a:solidFill>
                  <a:srgbClr val="0070C0"/>
                </a:solidFill>
              </a:rPr>
              <a:t>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87E82F-9AB3-30C9-8670-BF88C66961CB}"/>
              </a:ext>
            </a:extLst>
          </p:cNvPr>
          <p:cNvSpPr txBox="1"/>
          <p:nvPr/>
        </p:nvSpPr>
        <p:spPr>
          <a:xfrm>
            <a:off x="6994519" y="2751045"/>
            <a:ext cx="35972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Compare group means or medians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3339B-299B-9C6B-D783-D9520441F2E9}"/>
              </a:ext>
            </a:extLst>
          </p:cNvPr>
          <p:cNvSpPr txBox="1"/>
          <p:nvPr/>
        </p:nvSpPr>
        <p:spPr>
          <a:xfrm>
            <a:off x="2357977" y="4754470"/>
            <a:ext cx="35930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Compare group means or medians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0FA95-B08A-1862-766F-94E1FF7A00DF}"/>
                  </a:ext>
                </a:extLst>
              </p:cNvPr>
              <p:cNvSpPr txBox="1"/>
              <p:nvPr/>
            </p:nvSpPr>
            <p:spPr>
              <a:xfrm>
                <a:off x="6677018" y="4816025"/>
                <a:ext cx="42322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Correlation</a:t>
                </a:r>
              </a:p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Linear Slope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𝒃𝒙</m:t>
                    </m:r>
                  </m:oMath>
                </a14:m>
                <a:endParaRPr lang="en-US" sz="2400" b="1" dirty="0">
                  <a:solidFill>
                    <a:schemeClr val="accent2"/>
                  </a:solidFill>
                </a:endParaRPr>
              </a:p>
              <a:p>
                <a:pPr lvl="0" algn="ctr"/>
                <a:r>
                  <a:rPr lang="en-US" sz="2400" b="1" dirty="0">
                    <a:solidFill>
                      <a:schemeClr val="accent2"/>
                    </a:solidFill>
                  </a:rPr>
                  <a:t>Regression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50FA95-B08A-1862-766F-94E1FF7A0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018" y="4816025"/>
                <a:ext cx="4232282" cy="1200329"/>
              </a:xfrm>
              <a:prstGeom prst="rect">
                <a:avLst/>
              </a:prstGeom>
              <a:blipFill>
                <a:blip r:embed="rId2"/>
                <a:stretch>
                  <a:fillRect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B7BD9F26-1381-5D87-CB8B-3730E6A3E4E9}"/>
              </a:ext>
            </a:extLst>
          </p:cNvPr>
          <p:cNvSpPr/>
          <p:nvPr/>
        </p:nvSpPr>
        <p:spPr>
          <a:xfrm>
            <a:off x="1835147" y="1465259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8AB469-E2BB-947C-A011-19DB3B81FD78}"/>
              </a:ext>
            </a:extLst>
          </p:cNvPr>
          <p:cNvSpPr/>
          <p:nvPr/>
        </p:nvSpPr>
        <p:spPr>
          <a:xfrm rot="16200000">
            <a:off x="392109" y="4913313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9EBF5C-E89D-EF57-8F20-A327911EC71B}"/>
              </a:ext>
            </a:extLst>
          </p:cNvPr>
          <p:cNvSpPr/>
          <p:nvPr/>
        </p:nvSpPr>
        <p:spPr>
          <a:xfrm>
            <a:off x="6473822" y="1465259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488F5F-137E-E572-3A20-C5CC0FD773ED}"/>
              </a:ext>
            </a:extLst>
          </p:cNvPr>
          <p:cNvSpPr/>
          <p:nvPr/>
        </p:nvSpPr>
        <p:spPr>
          <a:xfrm rot="16200000">
            <a:off x="392109" y="2909887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56FF75-7DAF-85B8-4B92-156C0591D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Association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0D4BF-AA56-EF1C-84A3-574D850EC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E1F70-4C52-A7D8-4ADF-5F058258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45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  <p:bldP spid="19" grpId="0" animBg="1"/>
      <p:bldP spid="22" grpId="0" animBg="1"/>
      <p:bldP spid="23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0D3B-04D2-F942-8B73-CD205CF65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DACF411-24AB-C67B-037F-148B5D1ACB09}"/>
              </a:ext>
            </a:extLst>
          </p:cNvPr>
          <p:cNvSpPr/>
          <p:nvPr/>
        </p:nvSpPr>
        <p:spPr>
          <a:xfrm>
            <a:off x="6473823" y="4352925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29B2DF-B7DB-FA81-4FCA-8FAB28DE72D3}"/>
              </a:ext>
            </a:extLst>
          </p:cNvPr>
          <p:cNvSpPr/>
          <p:nvPr/>
        </p:nvSpPr>
        <p:spPr>
          <a:xfrm>
            <a:off x="1835149" y="2349499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7A9EA-1713-26AA-0D49-8723CE1463DF}"/>
              </a:ext>
            </a:extLst>
          </p:cNvPr>
          <p:cNvSpPr/>
          <p:nvPr/>
        </p:nvSpPr>
        <p:spPr>
          <a:xfrm>
            <a:off x="6473823" y="2349499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432A95-FC3A-269A-5877-81A76A891D73}"/>
              </a:ext>
            </a:extLst>
          </p:cNvPr>
          <p:cNvSpPr/>
          <p:nvPr/>
        </p:nvSpPr>
        <p:spPr>
          <a:xfrm>
            <a:off x="1835149" y="4352925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6BD0F-3BC2-315B-A785-7979A3B7B7E0}"/>
              </a:ext>
            </a:extLst>
          </p:cNvPr>
          <p:cNvSpPr txBox="1"/>
          <p:nvPr/>
        </p:nvSpPr>
        <p:spPr>
          <a:xfrm>
            <a:off x="2212964" y="2939016"/>
            <a:ext cx="388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X</a:t>
            </a:r>
            <a:r>
              <a:rPr lang="en-US" sz="2400" b="1" baseline="30000" dirty="0">
                <a:solidFill>
                  <a:srgbClr val="0070C0"/>
                </a:solidFill>
              </a:rPr>
              <a:t>2</a:t>
            </a:r>
            <a:r>
              <a:rPr lang="en-US" sz="2400" b="1" dirty="0">
                <a:solidFill>
                  <a:srgbClr val="0070C0"/>
                </a:solidFill>
              </a:rPr>
              <a:t> Test</a:t>
            </a:r>
          </a:p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26CA5-3442-DB06-7E0D-09BAE262449B}"/>
              </a:ext>
            </a:extLst>
          </p:cNvPr>
          <p:cNvSpPr txBox="1"/>
          <p:nvPr/>
        </p:nvSpPr>
        <p:spPr>
          <a:xfrm>
            <a:off x="6851646" y="2612548"/>
            <a:ext cx="38830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T-Test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M/ANOVA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Wilcoxon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43BE2-78AD-BEC9-0BED-31839C7A352D}"/>
              </a:ext>
            </a:extLst>
          </p:cNvPr>
          <p:cNvSpPr txBox="1"/>
          <p:nvPr/>
        </p:nvSpPr>
        <p:spPr>
          <a:xfrm>
            <a:off x="2212968" y="4569806"/>
            <a:ext cx="3883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T-Test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M/ANOVA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Wilcoxon</a:t>
            </a:r>
          </a:p>
          <a:p>
            <a:pPr lvl="0" algn="ctr"/>
            <a:r>
              <a:rPr lang="en-US" sz="2400" b="1" dirty="0">
                <a:solidFill>
                  <a:schemeClr val="accent5"/>
                </a:solidFill>
              </a:rPr>
              <a:t>Regression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98C1AD-1149-8451-1953-5FA6DE1D511A}"/>
              </a:ext>
            </a:extLst>
          </p:cNvPr>
          <p:cNvSpPr txBox="1"/>
          <p:nvPr/>
        </p:nvSpPr>
        <p:spPr>
          <a:xfrm>
            <a:off x="6677018" y="5123804"/>
            <a:ext cx="42322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chemeClr val="accent2"/>
                </a:solidFill>
              </a:rPr>
              <a:t>Linear Regression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1C3B1A-5F01-3C95-9399-7415F36B91CC}"/>
              </a:ext>
            </a:extLst>
          </p:cNvPr>
          <p:cNvSpPr/>
          <p:nvPr/>
        </p:nvSpPr>
        <p:spPr>
          <a:xfrm>
            <a:off x="1835147" y="1465261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C60401-C626-7A59-033F-539D7EEE4315}"/>
              </a:ext>
            </a:extLst>
          </p:cNvPr>
          <p:cNvSpPr/>
          <p:nvPr/>
        </p:nvSpPr>
        <p:spPr>
          <a:xfrm rot="16200000">
            <a:off x="392109" y="4913315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26CEBF-E5C6-BB0E-14C9-CFD036D6EE0C}"/>
              </a:ext>
            </a:extLst>
          </p:cNvPr>
          <p:cNvSpPr/>
          <p:nvPr/>
        </p:nvSpPr>
        <p:spPr>
          <a:xfrm>
            <a:off x="6473822" y="1465261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3764F1-75AE-2EA9-8276-08424CAADF98}"/>
              </a:ext>
            </a:extLst>
          </p:cNvPr>
          <p:cNvSpPr/>
          <p:nvPr/>
        </p:nvSpPr>
        <p:spPr>
          <a:xfrm rot="16200000">
            <a:off x="392109" y="2909889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DA7E76-244D-3F03-A30D-8D21C5447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Tests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84BC4E-D79D-1C9B-8056-8487461F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152D2-6B1F-40ED-EEFB-625A6B271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667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7444E-7B16-08D3-B574-1F2DC404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22EFDE12-B228-22C9-88FF-A6BD7F07850E}"/>
              </a:ext>
            </a:extLst>
          </p:cNvPr>
          <p:cNvSpPr/>
          <p:nvPr/>
        </p:nvSpPr>
        <p:spPr>
          <a:xfrm>
            <a:off x="6473823" y="4352925"/>
            <a:ext cx="4638675" cy="2003425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0DCFDB-8C34-0280-F2BF-A31CB64DDF97}"/>
              </a:ext>
            </a:extLst>
          </p:cNvPr>
          <p:cNvSpPr/>
          <p:nvPr/>
        </p:nvSpPr>
        <p:spPr>
          <a:xfrm>
            <a:off x="1835149" y="2349499"/>
            <a:ext cx="4638674" cy="2003425"/>
          </a:xfrm>
          <a:prstGeom prst="rect">
            <a:avLst/>
          </a:prstGeom>
          <a:solidFill>
            <a:srgbClr val="D5F1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B4FA7-30F4-0B2C-EBA2-2A7BBA9F3850}"/>
              </a:ext>
            </a:extLst>
          </p:cNvPr>
          <p:cNvSpPr/>
          <p:nvPr/>
        </p:nvSpPr>
        <p:spPr>
          <a:xfrm>
            <a:off x="6473823" y="2349499"/>
            <a:ext cx="4638675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1324B-295A-A3A3-8001-7015D03EFC91}"/>
              </a:ext>
            </a:extLst>
          </p:cNvPr>
          <p:cNvSpPr/>
          <p:nvPr/>
        </p:nvSpPr>
        <p:spPr>
          <a:xfrm>
            <a:off x="1835149" y="4352925"/>
            <a:ext cx="4638676" cy="2003425"/>
          </a:xfrm>
          <a:prstGeom prst="rect">
            <a:avLst/>
          </a:prstGeom>
          <a:solidFill>
            <a:schemeClr val="accent5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95C860-2782-6A02-A051-E7243AB73134}"/>
              </a:ext>
            </a:extLst>
          </p:cNvPr>
          <p:cNvSpPr txBox="1"/>
          <p:nvPr/>
        </p:nvSpPr>
        <p:spPr>
          <a:xfrm>
            <a:off x="2212964" y="2938436"/>
            <a:ext cx="3883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Cross-Tabulation</a:t>
            </a:r>
          </a:p>
          <a:p>
            <a:pPr lvl="0" algn="ctr"/>
            <a:r>
              <a:rPr lang="en-US" sz="2400" b="1" dirty="0">
                <a:solidFill>
                  <a:srgbClr val="0070C0"/>
                </a:solidFill>
              </a:rPr>
              <a:t>Bar plot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3D290-D096-9E50-4625-77B81AFD97BD}"/>
              </a:ext>
            </a:extLst>
          </p:cNvPr>
          <p:cNvSpPr txBox="1"/>
          <p:nvPr/>
        </p:nvSpPr>
        <p:spPr>
          <a:xfrm>
            <a:off x="6851638" y="2756751"/>
            <a:ext cx="38830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Boxplot</a:t>
            </a:r>
          </a:p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Bar plot</a:t>
            </a:r>
          </a:p>
          <a:p>
            <a:pPr algn="ctr"/>
            <a:r>
              <a:rPr lang="en-US" sz="2400" b="1" dirty="0">
                <a:solidFill>
                  <a:schemeClr val="accent5"/>
                </a:solidFill>
              </a:rPr>
              <a:t>2 histograms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654BA-3A28-1519-BA09-365A73E8B78A}"/>
              </a:ext>
            </a:extLst>
          </p:cNvPr>
          <p:cNvSpPr txBox="1"/>
          <p:nvPr/>
        </p:nvSpPr>
        <p:spPr>
          <a:xfrm>
            <a:off x="2212968" y="4754473"/>
            <a:ext cx="3883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Boxplot</a:t>
            </a:r>
          </a:p>
          <a:p>
            <a:pPr algn="ctr"/>
            <a:r>
              <a:rPr lang="en-US" sz="2400" b="1" dirty="0">
                <a:solidFill>
                  <a:schemeClr val="accent5"/>
                </a:solidFill>
              </a:rPr>
              <a:t>Bar plot</a:t>
            </a:r>
          </a:p>
          <a:p>
            <a:pPr algn="ctr"/>
            <a:r>
              <a:rPr lang="en-US" sz="2400" b="1" dirty="0">
                <a:solidFill>
                  <a:schemeClr val="accent5"/>
                </a:solidFill>
              </a:rPr>
              <a:t>2 histograms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6401CB-E9C9-7329-43F0-62721CC705EF}"/>
              </a:ext>
            </a:extLst>
          </p:cNvPr>
          <p:cNvSpPr txBox="1"/>
          <p:nvPr/>
        </p:nvSpPr>
        <p:spPr>
          <a:xfrm>
            <a:off x="6677018" y="4939139"/>
            <a:ext cx="42322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Scatterplot</a:t>
            </a:r>
          </a:p>
          <a:p>
            <a:pPr algn="ctr"/>
            <a:r>
              <a:rPr lang="en-US" sz="2400" b="1" dirty="0">
                <a:solidFill>
                  <a:schemeClr val="accent2"/>
                </a:solidFill>
              </a:rPr>
              <a:t>Line chart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6BC85C-5BCE-FBED-E5A3-A3AA48E02F06}"/>
              </a:ext>
            </a:extLst>
          </p:cNvPr>
          <p:cNvSpPr/>
          <p:nvPr/>
        </p:nvSpPr>
        <p:spPr>
          <a:xfrm>
            <a:off x="1835147" y="1465261"/>
            <a:ext cx="4638675" cy="884237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2CD505-CE52-B06D-4DDF-9C38A4E704F7}"/>
              </a:ext>
            </a:extLst>
          </p:cNvPr>
          <p:cNvSpPr/>
          <p:nvPr/>
        </p:nvSpPr>
        <p:spPr>
          <a:xfrm rot="16200000">
            <a:off x="392109" y="4913315"/>
            <a:ext cx="2003428" cy="882646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3805AB-4F3A-48BC-B965-D21D40A203CD}"/>
              </a:ext>
            </a:extLst>
          </p:cNvPr>
          <p:cNvSpPr/>
          <p:nvPr/>
        </p:nvSpPr>
        <p:spPr>
          <a:xfrm>
            <a:off x="6473822" y="1465261"/>
            <a:ext cx="4638675" cy="884237"/>
          </a:xfrm>
          <a:prstGeom prst="rect">
            <a:avLst/>
          </a:prstGeom>
          <a:solidFill>
            <a:srgbClr val="FBE3D6">
              <a:alpha val="80000"/>
            </a:srgb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Numerical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819CB9-18BD-BF10-875D-D62E61EF0A9A}"/>
              </a:ext>
            </a:extLst>
          </p:cNvPr>
          <p:cNvSpPr/>
          <p:nvPr/>
        </p:nvSpPr>
        <p:spPr>
          <a:xfrm rot="16200000">
            <a:off x="392109" y="2909889"/>
            <a:ext cx="2003426" cy="882646"/>
          </a:xfrm>
          <a:prstGeom prst="rect">
            <a:avLst/>
          </a:prstGeom>
          <a:solidFill>
            <a:schemeClr val="accent4">
              <a:lumMod val="20000"/>
              <a:lumOff val="80000"/>
              <a:alpha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70C0"/>
                </a:solidFill>
              </a:rPr>
              <a:t>Categorical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9A9075-C0DF-C474-2606-29314B49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Bi-/Multivariate Data Visualization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D1089-0B46-B5D6-0E5B-DE9E87745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EF561-F26C-86A4-61C9-E43E5586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13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6" grpId="0" animBg="1"/>
      <p:bldP spid="14" grpId="0" animBg="1"/>
      <p:bldP spid="15" grpId="0" animBg="1"/>
      <p:bldP spid="10" grpId="0"/>
      <p:bldP spid="11" grpId="0" uiExpand="1" build="allAtOnce"/>
      <p:bldP spid="12" grpId="0" build="allAtOnce"/>
      <p:bldP spid="13" grpId="0" uiExpand="1" build="allAtOnce"/>
      <p:bldP spid="19" grpId="0" animBg="1"/>
      <p:bldP spid="22" grpId="0" animBg="1"/>
      <p:bldP spid="23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7C04-916B-501D-25B4-E38A8BB9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|	Hypothesis Testing and 	Statistica Tests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A5EE5-AC4F-84CB-7974-EE6D5CE68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97D58-21E6-4001-DD1C-96CBF41B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7B202-4449-0B2B-FE83-1D38B137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319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D57B2-6A42-8DA0-B42D-6D939BB66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E37E9CE-C6A2-50CF-1A4F-ADFCAFD4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 and Statistical Tests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451F9E-3880-14F0-C34D-A505F1D7F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Are used to evaluate whether findings in a sample apply to the source population (where the sample came from)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Not part of descriptive analysis or comparative per se, only inferential!</a:t>
            </a:r>
          </a:p>
          <a:p>
            <a:endParaRPr lang="en-US" dirty="0"/>
          </a:p>
          <a:p>
            <a:r>
              <a:rPr lang="en-US" dirty="0"/>
              <a:t>Assume that a sample is representative of the source population.</a:t>
            </a:r>
          </a:p>
          <a:p>
            <a:pPr lvl="1"/>
            <a:r>
              <a:rPr lang="en-US" dirty="0"/>
              <a:t>If not, they are meaningless!</a:t>
            </a:r>
          </a:p>
          <a:p>
            <a:endParaRPr lang="en-US" dirty="0"/>
          </a:p>
          <a:p>
            <a:r>
              <a:rPr lang="en-US" dirty="0"/>
              <a:t>Involve assessing the probability of observing those findings under “counterfactual” assumptions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50008-7126-E9D8-8DB2-2C795E35D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18213-3B02-7612-0696-8066EECC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7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E8FE6C-EB86-9601-207F-CE00BCEF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Hypothesis Testing—Conceptualization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B48C114-FB86-4D37-4A21-B04DC513F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Example finding: males SBP &gt; females SBP </a:t>
            </a:r>
            <a:r>
              <a:rPr lang="en-US" dirty="0">
                <a:solidFill>
                  <a:srgbClr val="C00000"/>
                </a:solidFill>
              </a:rPr>
              <a:t>[in a sample]</a:t>
            </a:r>
            <a:r>
              <a:rPr lang="en-US" dirty="0"/>
              <a:t>, e.g.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 example, 5-unit points on average </a:t>
            </a:r>
            <a:r>
              <a:rPr lang="en-US" dirty="0">
                <a:solidFill>
                  <a:srgbClr val="C00000"/>
                </a:solidFill>
              </a:rPr>
              <a:t>[in a sample]</a:t>
            </a:r>
          </a:p>
          <a:p>
            <a:r>
              <a:rPr lang="en-US" dirty="0"/>
              <a:t>Assume (hypothesis): males and females are </a:t>
            </a:r>
            <a:r>
              <a:rPr lang="en-US" b="1" dirty="0"/>
              <a:t>not different</a:t>
            </a:r>
            <a:r>
              <a:rPr lang="en-US" dirty="0"/>
              <a:t> in SBP.</a:t>
            </a:r>
          </a:p>
          <a:p>
            <a:r>
              <a:rPr lang="en-US" dirty="0"/>
              <a:t>Create a normal distribution of the SBP difference.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Should be centered at 0</a:t>
            </a:r>
          </a:p>
          <a:p>
            <a:r>
              <a:rPr lang="en-US" dirty="0"/>
              <a:t>Decide a statistical significance threshold level (typically, 95%).</a:t>
            </a:r>
          </a:p>
          <a:p>
            <a:r>
              <a:rPr lang="en-US" dirty="0"/>
              <a:t>Calculate the probability of a 5-unit SBP difference or more under than distribution.</a:t>
            </a:r>
          </a:p>
          <a:p>
            <a:r>
              <a:rPr lang="en-US" dirty="0"/>
              <a:t>If that probability is &lt;5%, then this is significant and violates your primary assumption (hypothesis), thereby supporting your finding.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DA3DC-DF10-E1F6-2A65-7C85AFFC7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FAF65-5A89-69E3-7506-F42D27B8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2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F44C2-657B-546F-5D49-7C5FC9310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FC564CF8-6258-0879-8641-67969D7BDF10}"/>
                  </a:ext>
                </a:extLst>
              </p:cNvPr>
              <p:cNvGraphicFramePr/>
              <p:nvPr/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3" name="Diagram 2">
                <a:extLst>
                  <a:ext uri="{FF2B5EF4-FFF2-40B4-BE49-F238E27FC236}">
                    <a16:creationId xmlns:a16="http://schemas.microsoft.com/office/drawing/2014/main" id="{FC564CF8-6258-0879-8641-67969D7BDF10}"/>
                  </a:ext>
                </a:extLst>
              </p:cNvPr>
              <p:cNvGraphicFramePr/>
              <p:nvPr/>
            </p:nvGraphicFramePr>
            <p:xfrm>
              <a:off x="838200" y="136525"/>
              <a:ext cx="10515600" cy="60864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5E7A5B-895D-5882-063F-B2095358A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FE2F5A-2D5F-7A9D-8439-A1097CAF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18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C6264E2-139B-4587-B6BB-C24FC7A598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96C825B-B69A-4234-8CA9-4D268B643E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977DD27-3EE5-4869-8E56-73D1F028B41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227FB7D-49D7-4433-B2F0-C6B8AA7D2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5A2FA43-7D83-4C7C-9AC7-B80152780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B1F799C-6426-47B7-B8C4-37A4212A54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4D9BCD9-79A2-42B6-B46A-5CFA2CDF94D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B1C706A-E791-40F3-B92E-EC6E340CD3E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35C7407-0A35-4D05-991E-24D1F2BC92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A998346-CEEB-4F14-ACBF-CC3EC1C5D1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9FD46E-6553-4CB1-AF38-449D53EAA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6062501-984E-46BF-99DD-B3A938E5876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C46C885-1840-47EA-A529-D9E7568B2B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5100762-DAFB-4716-847A-DBCF3FC398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6C5D3E-8A66-46A9-9619-29C463BE85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6DE08F3-7AF5-43A3-841F-3E467A743A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521016D-0331-4401-ACBA-C7CA96CE77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02169C3-24E0-4C0D-B1A8-594916488C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15BC29B-E0B5-4822-A229-59AD3FAF0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C268088-CA27-4AFD-921B-D81EAC9D0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2483ECE-3490-4614-9C31-ACF954A99B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95615C8-9E93-41DE-8AC6-3E6FFE5ED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7C04-916B-501D-25B4-E38A8BB9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|	Interpreting Statistical 	Analysis Outputs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A5EE5-AC4F-84CB-7974-EE6D5CE68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D97D58-21E6-4001-DD1C-96CBF41B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7B202-4449-0B2B-FE83-1D38B1372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0583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04D0D-B81C-ABB5-5F0F-DB2FC81F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882C-9946-9653-1D04-25B4A4D73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C595B-D8A1-45AC-15D0-A07801E86C2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Study [</a:t>
            </a:r>
            <a:r>
              <a:rPr lang="en-US" sz="2400" b="1" dirty="0">
                <a:hlinkClick r:id="rId2"/>
              </a:rPr>
              <a:t>link</a:t>
            </a:r>
            <a:r>
              <a:rPr lang="en-US" sz="2400" b="1" dirty="0"/>
              <a:t>]:</a:t>
            </a:r>
          </a:p>
          <a:p>
            <a:r>
              <a:rPr lang="en-US" dirty="0"/>
              <a:t>Overweight, obesity, and mortality from cancer in a prospectively studied cohort of U.S. adults</a:t>
            </a:r>
          </a:p>
          <a:p>
            <a:endParaRPr lang="en-US" sz="2400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7BACD-E9EC-40FF-5ED3-BD3B7652F6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Questions:</a:t>
            </a:r>
          </a:p>
          <a:p>
            <a:r>
              <a:rPr lang="en-US" sz="2400" dirty="0"/>
              <a:t>Is there an association between obesity and the listed cancer types in the sample?</a:t>
            </a:r>
          </a:p>
          <a:p>
            <a:endParaRPr lang="en-US" sz="2400" dirty="0"/>
          </a:p>
          <a:p>
            <a:r>
              <a:rPr lang="en-US" sz="2400" dirty="0"/>
              <a:t>Is there an association between obesity and the listed cancer types in the source population?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/>
              <a:t>Does this association hold at the source population level?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21375-F69C-474F-4B31-4EA9736B4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94F6F-7322-8FF7-2795-75D02CFC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258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8E26A-82FB-8C1F-7CF2-6C2B353C7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B1C077-E6EE-5BCA-1A8B-928D1C71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91063-14CE-9E56-63AB-008B32BE263A}"/>
              </a:ext>
            </a:extLst>
          </p:cNvPr>
          <p:cNvSpPr txBox="1"/>
          <p:nvPr/>
        </p:nvSpPr>
        <p:spPr>
          <a:xfrm>
            <a:off x="417425" y="6079351"/>
            <a:ext cx="10499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/>
              </a:rPr>
              <a:t>Overweight, Obesity, and Mortality from Cancer in a Prospectively Studied Cohort of U.S. Adults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894B9E2-A1EF-7B4D-2ACC-DCBFBCE81659}"/>
              </a:ext>
            </a:extLst>
          </p:cNvPr>
          <p:cNvGrpSpPr/>
          <p:nvPr/>
        </p:nvGrpSpPr>
        <p:grpSpPr>
          <a:xfrm>
            <a:off x="1400175" y="501650"/>
            <a:ext cx="9391650" cy="5329740"/>
            <a:chOff x="1400175" y="501650"/>
            <a:chExt cx="9391650" cy="532974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7DB13E7-A756-EC3F-4A58-92FAA86CB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175" y="501650"/>
              <a:ext cx="9391650" cy="532974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B7FDC10-FBE7-D29F-4EBD-438163D239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6375" y="4134217"/>
              <a:ext cx="9191625" cy="8422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5149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D46F10-A9D2-9C94-E32D-3D693D281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4AA0B0-1DDB-E433-0349-71EE28495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442256-46DA-0667-A1E5-48C3E2AD8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15" y="647420"/>
            <a:ext cx="7502770" cy="50668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2A71A59-913C-0E86-018D-C60418F8A4FB}"/>
              </a:ext>
            </a:extLst>
          </p:cNvPr>
          <p:cNvSpPr txBox="1"/>
          <p:nvPr/>
        </p:nvSpPr>
        <p:spPr>
          <a:xfrm>
            <a:off x="417425" y="6079351"/>
            <a:ext cx="104999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/>
              </a:rPr>
              <a:t>Overweight, Obesity, and Mortality from Cancer in a Prospectively Studied Cohort of U.S. Adults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1878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FE2D4-5ADF-E78C-812F-BFA1141D3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904A5-A10D-60AE-C102-54997BBF0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 #2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E8F9A-1DCA-5D76-EB60-54E685F7A3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Study [</a:t>
            </a:r>
            <a:r>
              <a:rPr lang="en-US" sz="2400" b="1" dirty="0">
                <a:hlinkClick r:id="rId2"/>
              </a:rPr>
              <a:t>link</a:t>
            </a:r>
            <a:r>
              <a:rPr lang="en-US" sz="2400" b="1" dirty="0"/>
              <a:t>]:</a:t>
            </a:r>
          </a:p>
          <a:p>
            <a:r>
              <a:rPr lang="en-US" sz="2400" dirty="0"/>
              <a:t>Assess the protective effects of community-wide bed net use</a:t>
            </a:r>
          </a:p>
          <a:p>
            <a:pPr lvl="1"/>
            <a:r>
              <a:rPr lang="en-US" sz="2000" dirty="0"/>
              <a:t>i.e., estimate the association between proportion of a community using LLINs and malaria in children</a:t>
            </a:r>
          </a:p>
          <a:p>
            <a:pPr lvl="1"/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439093-F046-35D0-8FE0-48F6637BAEF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C6EA-06B3-AD35-3EA9-B8E459C98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0E8C5-C101-563E-9ACC-AF967E8AC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4049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21930-FEED-CCCB-C8EA-52102F813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3BFC-CA6E-1022-D28E-E3773E73F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Cross-Tabulations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BBC581-DABA-5785-4D6D-689F2F525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36" y="1304925"/>
            <a:ext cx="7897327" cy="508706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F49D6F-EFC0-9D7E-F7DC-DDAEBCB2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50EB-6BAE-FB5F-BBAD-F7DE297A2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C55E13-CAC1-D11B-354B-F6AB73041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136525"/>
            <a:ext cx="2586777" cy="8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94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02E0-76AF-5818-B26F-EB599D96F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Cross-Tabulations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0F58F4E-B66E-4D8C-ECF6-A9DDDD4C6E09}"/>
              </a:ext>
            </a:extLst>
          </p:cNvPr>
          <p:cNvGrpSpPr/>
          <p:nvPr/>
        </p:nvGrpSpPr>
        <p:grpSpPr>
          <a:xfrm>
            <a:off x="1097163" y="2438400"/>
            <a:ext cx="9997674" cy="2353927"/>
            <a:chOff x="5681609" y="2662572"/>
            <a:chExt cx="6510391" cy="153285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16ED045-8DFB-18B8-894A-CC61F5906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82388"/>
            <a:stretch>
              <a:fillRect/>
            </a:stretch>
          </p:blipFill>
          <p:spPr>
            <a:xfrm>
              <a:off x="5681609" y="2662572"/>
              <a:ext cx="2147299" cy="153285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C98FA42-A5E3-8B7B-6A6F-5A9B13F5C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4213"/>
            <a:stretch>
              <a:fillRect/>
            </a:stretch>
          </p:blipFill>
          <p:spPr>
            <a:xfrm>
              <a:off x="7828908" y="2662572"/>
              <a:ext cx="4363092" cy="1532855"/>
            </a:xfrm>
            <a:prstGeom prst="rect">
              <a:avLst/>
            </a:prstGeom>
          </p:spPr>
        </p:pic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6BDA9-FD89-994B-9FC7-389CCC8D7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Mohamed Albirair, MBBS, PhD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BBFE01-9B41-9C41-1F1F-A925CD49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312AC9-9E42-4E1A-B167-37D7717DD49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7907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76C750-2741-79E3-FEBB-02EDC74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ADAD7-B030-9C0C-92C0-9192A0DC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4598987"/>
            <a:ext cx="9671050" cy="1500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Email: </a:t>
            </a:r>
            <a:r>
              <a:rPr lang="en-US" sz="2000" dirty="0">
                <a:hlinkClick r:id="rId3"/>
              </a:rPr>
              <a:t>mtalbirair@gmail.com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LinkedIn: </a:t>
            </a:r>
            <a:r>
              <a:rPr lang="en-US" sz="2000" dirty="0">
                <a:hlinkClick r:id="rId4"/>
              </a:rPr>
              <a:t>https://www.linkedin.com/in/mohamed-albirair-0206bbb2/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Graphic 3" descr="Email with solid fill">
            <a:extLst>
              <a:ext uri="{FF2B5EF4-FFF2-40B4-BE49-F238E27FC236}">
                <a16:creationId xmlns:a16="http://schemas.microsoft.com/office/drawing/2014/main" id="{BD9DA34E-5336-E1CC-7C54-6220D0F7B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25" y="4593431"/>
            <a:ext cx="577850" cy="5778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0F8466-05AC-652B-C7B6-8F52F6DDE9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825" y="5202237"/>
            <a:ext cx="577850" cy="5778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10EC9-267B-F99F-787C-F8C15435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706F-ED71-82B2-4F62-211A3FC7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7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8722</TotalTime>
  <Words>1200</Words>
  <Application>Microsoft Office PowerPoint</Application>
  <PresentationFormat>Widescreen</PresentationFormat>
  <Paragraphs>337</Paragraphs>
  <Slides>27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Courier New</vt:lpstr>
      <vt:lpstr>Montserrat</vt:lpstr>
      <vt:lpstr>Montserrat ExtraBold</vt:lpstr>
      <vt:lpstr>Office Theme</vt:lpstr>
      <vt:lpstr>Data Analysis (III): Statistical Tests and Communicating Findings</vt:lpstr>
      <vt:lpstr>Today’s Outline</vt:lpstr>
      <vt:lpstr>1 |  Brief Revision</vt:lpstr>
      <vt:lpstr>PowerPoint Presentation</vt:lpstr>
      <vt:lpstr>Types of Data Analysis by Purpose of the Analysis</vt:lpstr>
      <vt:lpstr>Types of Data Analysis by Number of Variables</vt:lpstr>
      <vt:lpstr>Types of Data vs. Types of Analysis</vt:lpstr>
      <vt:lpstr>PowerPoint Presentation</vt:lpstr>
      <vt:lpstr>PowerPoint Presentation</vt:lpstr>
      <vt:lpstr>PowerPoint Presentation</vt:lpstr>
      <vt:lpstr>PowerPoint Presentation</vt:lpstr>
      <vt:lpstr>Types of Research Questions vs. Types of Analyses</vt:lpstr>
      <vt:lpstr>Measures of Association</vt:lpstr>
      <vt:lpstr>Statistical Tests</vt:lpstr>
      <vt:lpstr>Bi-/Multivariate Data Visualization</vt:lpstr>
      <vt:lpstr>2 | Hypothesis Testing and  Statistica Tests</vt:lpstr>
      <vt:lpstr>Hypothesis Testing and Statistical Tests</vt:lpstr>
      <vt:lpstr>Hypothesis Testing—Conceptualization</vt:lpstr>
      <vt:lpstr>PowerPoint Presentation</vt:lpstr>
      <vt:lpstr>3 | Interpreting Statistical  Analysis Outputs</vt:lpstr>
      <vt:lpstr>Motivating Example #1</vt:lpstr>
      <vt:lpstr>PowerPoint Presentation</vt:lpstr>
      <vt:lpstr>PowerPoint Presentation</vt:lpstr>
      <vt:lpstr>Motivating Example #2</vt:lpstr>
      <vt:lpstr>Cross-Tabulations</vt:lpstr>
      <vt:lpstr>Cross-Tabulations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Albirair, Mohamed</dc:creator>
  <cp:lastModifiedBy>Mohamed Albirair</cp:lastModifiedBy>
  <cp:revision>25</cp:revision>
  <dcterms:created xsi:type="dcterms:W3CDTF">2025-09-05T00:25:43Z</dcterms:created>
  <dcterms:modified xsi:type="dcterms:W3CDTF">2025-12-06T23:28:59Z</dcterms:modified>
</cp:coreProperties>
</file>